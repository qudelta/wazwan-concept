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Start with an engineering problem</a:t>
            </a:r>
          </a:p>
          <a:p/>
          <a:p>
            <a:r>
              <a:t>They are not learning an alien computer problem.</a:t>
            </a:r>
          </a:p>
          <a:p>
            <a:r>
              <a:t>They are solving an engineering problem with another tool.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Civil Engineers already use models</a:t>
            </a:r>
          </a:p>
          <a:p/>
          <a:p>
            <a:r>
              <a:t>Speaker point</a:t>
            </a:r>
          </a:p>
          <a:p>
            <a:r>
              <a:t>"We already build models. We use equations, correlations, numerical models, experiments and design standards. Machine learning doesn't suddenly replace engineering thinking. It gives us another way to represent relationships when we have sufficient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 Why are we talking about AI?</a:t>
            </a:r>
          </a:p>
          <a:p/>
          <a:p>
            <a:r>
              <a:t>What you say</a:t>
            </a:r>
          </a:p>
          <a:p>
            <a:r>
              <a:t>“You will hear these three terms constantly, so let's establish the vocabulary first.</a:t>
            </a:r>
          </a:p>
          <a:p>
            <a:r>
              <a:t>Artificial Intelligence is the broadest term.</a:t>
            </a:r>
          </a:p>
          <a:p>
            <a:r>
              <a:t>Machine Learning is one approach within AI, where algorithms learn patterns from data.</a:t>
            </a:r>
          </a:p>
          <a:p>
            <a:r>
              <a:t>Deep Learning is a family of machine-learning methods based on neural networks with multiple layers.”</a:t>
            </a:r>
          </a:p>
          <a:p/>
          <a:p>
            <a:r>
              <a:t>Then immediately:</a:t>
            </a:r>
          </a:p>
          <a:p>
            <a:r>
              <a:t>“For this workshop, ML is our main focus. We will touch deep learning later when we reach Artificial Neural Networks.”</a:t>
            </a:r>
          </a:p>
          <a:p>
            <a:r>
              <a:t>That is enough.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 AI, ML and DL: one engineering example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point</a:t>
            </a:r>
          </a:p>
          <a:p>
            <a:r>
              <a:t>"This little diagram is going to follow us throughout the course. X is the information we give the model. y is what we want it to predict.”</a:t>
            </a:r>
          </a:p>
          <a:p/>
          <a:p>
            <a:r>
              <a:t>Then give the Energy and Steel examples verbally.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One workflow. Many engineering problems.</a:t>
            </a:r>
          </a:p>
          <a:p>
            <a:r>
              <a:t>This should be one of the signature slides of the course.</a:t>
            </a:r>
          </a:p>
          <a:p/>
          <a:p>
            <a:r>
              <a:t>The engineering problem changes. The dataset changes. The target changes. But the basic workflow survives.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