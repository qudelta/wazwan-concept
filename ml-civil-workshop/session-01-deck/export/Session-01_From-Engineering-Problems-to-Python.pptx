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Start with an engineering problem</a:t>
            </a:r>
          </a:p>
          <a:p/>
          <a:p>
            <a:r>
              <a:t>They are not learning an alien computer problem.</a:t>
            </a:r>
          </a:p>
          <a:p>
            <a:r>
              <a:t>They are solving an engineering problem with another tool.</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1,030 laboratory mixes (UCI Concrete Compressive Strength, Yeh 1998). Left: 132 mixes tested at four or more ages; one slag mix went from 8 MPa at 3 days to 45 MPa at 360 days. Right: an Abrams-type curve fitted to 425 mixes at 28 days explains only 46% of the variation (R² = 0.46). Message: one input at a time leaves much unexplained; ML can use all the inputs together.</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Civil Engineers already use models</a:t>
            </a:r>
          </a:p>
          <a:p/>
          <a:p>
            <a:r>
              <a:t>Speaker point</a:t>
            </a:r>
          </a:p>
          <a:p>
            <a:r>
              <a:t>"We already build models. We use equations, correlations, numerical models, experiments and design standards. Machine learning doesn't suddenly replace engineering thinking. It gives us another way to represent relationships when we have sufficient data."</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Why are we talking about AI?</a:t>
            </a:r>
          </a:p>
          <a:p/>
          <a:p>
            <a:r>
              <a:t>What you say</a:t>
            </a:r>
          </a:p>
          <a:p>
            <a:r>
              <a:t>"You will hear these three terms constantly, so let's establish the vocabulary first.</a:t>
            </a:r>
          </a:p>
          <a:p>
            <a:r>
              <a:t>Artificial Intelligence is the broadest term.</a:t>
            </a:r>
          </a:p>
          <a:p>
            <a:r>
              <a:t>Machine Learning is one approach within AI, where algorithms learn patterns from data.</a:t>
            </a:r>
          </a:p>
          <a:p>
            <a:r>
              <a:t>Deep Learning is a family of machine-learning methods based on neural networks with multiple layers."</a:t>
            </a:r>
          </a:p>
          <a:p/>
          <a:p>
            <a:r>
              <a:t>Then immediately:</a:t>
            </a:r>
          </a:p>
          <a:p>
            <a:r>
              <a:t>"For this workshop, ML is our main focus. We will touch deep learning later when we reach Artificial Neural Networks."</a:t>
            </a:r>
          </a:p>
          <a:p>
            <a:r>
              <a:t>That is enough.</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AI, ML and DL: one engineering example</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Arthur Samuel's 1959 definition. Samuel worked at IBM; his checkers program improved by playing against itself.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 added] From the original slide 6: 'Machine learning algorithms: Supervised / Unsupervised'. Supervised: every example has its label y. Unsupervised: only X, no label.</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from the original slide 6. Two civil engineering rows added at the bottom for this course.</a:t>
            </a:r>
          </a:p>
          <a:p/>
          <a:p>
            <a:r>
              <a:t>[Clicks on this slide: 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Left: regression, 28-day strength against water-cement ratio with the Abrams-type fit. Right: the same 425 mixes with the target changed to 'does the mix reach 40 MPa?'. A logistic regression on binder content and water is right 84% of the time, against 66% for always guessing 'below 40'. The boundary roughly follows a constant water-binder ratio: engineering knowledge is visible in the model.</a:t>
            </a:r>
          </a:p>
          <a:p/>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 k-means with three groups on the slag share and fly-ash share of the binder; no strength labels used. Groups found: Mostly cement 315 mixes, Slag blends 380 mixes, Fly-ash blends 335 mixes. Dimensionality reduction compresses data into fewer variables (dimensions).</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point</a:t>
            </a:r>
          </a:p>
          <a:p>
            <a:r>
              <a:t>"This little diagram is going to follow us throughout the course. X is the information we give the model. y is what we want it to predict."</a:t>
            </a:r>
          </a:p>
          <a:p/>
          <a:p>
            <a:r>
              <a:t>Then give the Energy and Steel examples verbally.</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Vocabulary for the whole course: X features, y target/label, ŷ prediction, f model, dataset, training.</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One workflow. Many engineering problems.</a:t>
            </a:r>
          </a:p>
          <a:p>
            <a:r>
              <a:t>This should be one of the signature slides of the course.</a:t>
            </a:r>
          </a:p>
          <a:p/>
          <a:p>
            <a:r>
              <a:t>The engineering problem changes. The dataset changes. The target changes. But the basic workflow survives.</a:t>
            </a:r>
          </a:p>
          <a:p/>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Give the cohort two minutes and ask them to vote in the chat.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Answers: 1 regression, 2 classification, 3 clustering (unsupervised), 4 anomaly detection (unsupervised), 5 regression, 6 classification.</a:t>
            </a:r>
          </a:p>
          <a:p/>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supports the workflow; engineering knowledge supplies the meaning.</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Session 01 covers pandas: load the whole lab record in one line. df.shape gives (1030, 9): one row per mix, eight inputs and the strength. The table shows the real first five rows. Column names follow a common CSV release of the UCI dataset; match them to the workshop notebook.</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First plot with Matplotlib. Ask the cohort what they notice: tests happen at fixed ages (3, 7, 28, 56, 90 days ...), strength rises with age, and at every age the spread is wide. Age alone cannot predict strength.</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real data] After the first cell. 13 mixes at 28 days have a w/c between 0.49 and 0.54; their strengths range from 24 to 68 MPa. The ratio alone does not fix the strength: slag, fly ash, superplasticizer and aggregates matter too. That is why we bring all the inputs together with ML.</a:t>
            </a:r>
          </a:p>
          <a:p/>
          <a:p>
            <a:r>
              <a:t>[Clicks on this slide: 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'Link shared in the session chat' with the real notebook link if you want it on the slide.</a:t>
            </a:r>
          </a:p>
          <a:p/>
          <a:p>
            <a:r>
              <a:t>[Clicks on this slide: 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on this slide: 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[Added] Optional practice before session 02.</a:t>
            </a:r>
          </a:p>
          <a:p/>
          <a:p>
            <a:r>
              <a:t>[Clicks on this slide: 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 Id="rId9"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100.png"/><Relationship Id="rId8"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image" Target="../media/image111.png"/><Relationship Id="rId8" Type="http://schemas.openxmlformats.org/officeDocument/2006/relationships/image" Target="../media/image112.png"/><Relationship Id="rId9"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119.png"/><Relationship Id="rId8" Type="http://schemas.openxmlformats.org/officeDocument/2006/relationships/image" Target="../media/image120.png"/><Relationship Id="rId9"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27.png"/><Relationship Id="rId5"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29.png"/><Relationship Id="rId4" Type="http://schemas.openxmlformats.org/officeDocument/2006/relationships/image" Target="../media/image130.png"/><Relationship Id="rId5"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image" Target="../media/image135.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138.png"/><Relationship Id="rId7" Type="http://schemas.openxmlformats.org/officeDocument/2006/relationships/image" Target="../media/image139.png"/><Relationship Id="rId8"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 Id="rId3"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 Id="rId3" Type="http://schemas.openxmlformats.org/officeDocument/2006/relationships/image" Target="../media/image146.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image" Target="../media/image149.png"/><Relationship Id="rId7"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 descr="slide-04-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4-1.png"/>
          <p:cNvPicPr>
            <a:picLocks noChangeAspect="1"/>
          </p:cNvPicPr>
          <p:nvPr/>
        </p:nvPicPr>
        <p:blipFill>
          <a:blip r:embed="rId3"/>
          <a:stretch>
            <a:fillRect/>
          </a:stretch>
        </p:blipFill>
        <p:spPr>
          <a:xfrm>
            <a:off x="533400" y="1504950"/>
            <a:ext cx="5613400" cy="4076700"/>
          </a:xfrm>
          <a:prstGeom prst="rect">
            <a:avLst/>
          </a:prstGeom>
        </p:spPr>
      </p:pic>
      <p:pic>
        <p:nvPicPr>
          <p:cNvPr id="4" name="Click 2" descr="slide-04-2.png"/>
          <p:cNvPicPr>
            <a:picLocks noChangeAspect="1"/>
          </p:cNvPicPr>
          <p:nvPr/>
        </p:nvPicPr>
        <p:blipFill>
          <a:blip r:embed="rId4"/>
          <a:stretch>
            <a:fillRect/>
          </a:stretch>
        </p:blipFill>
        <p:spPr>
          <a:xfrm>
            <a:off x="6045200" y="1504950"/>
            <a:ext cx="5613400" cy="40767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5" descr="slide-0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5-1.png"/>
          <p:cNvPicPr>
            <a:picLocks noChangeAspect="1"/>
          </p:cNvPicPr>
          <p:nvPr/>
        </p:nvPicPr>
        <p:blipFill>
          <a:blip r:embed="rId3"/>
          <a:stretch>
            <a:fillRect/>
          </a:stretch>
        </p:blipFill>
        <p:spPr>
          <a:xfrm>
            <a:off x="533400" y="2660650"/>
            <a:ext cx="11125200" cy="3892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6" descr="slide-06-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6-1.png"/>
          <p:cNvPicPr>
            <a:picLocks noChangeAspect="1"/>
          </p:cNvPicPr>
          <p:nvPr/>
        </p:nvPicPr>
        <p:blipFill>
          <a:blip r:embed="rId3"/>
          <a:stretch>
            <a:fillRect/>
          </a:stretch>
        </p:blipFill>
        <p:spPr>
          <a:xfrm>
            <a:off x="533400" y="1504950"/>
            <a:ext cx="7162800" cy="1917700"/>
          </a:xfrm>
          <a:prstGeom prst="rect">
            <a:avLst/>
          </a:prstGeom>
        </p:spPr>
      </p:pic>
      <p:pic>
        <p:nvPicPr>
          <p:cNvPr id="4" name="Click 2" descr="slide-06-2.png"/>
          <p:cNvPicPr>
            <a:picLocks noChangeAspect="1"/>
          </p:cNvPicPr>
          <p:nvPr/>
        </p:nvPicPr>
        <p:blipFill>
          <a:blip r:embed="rId4"/>
          <a:stretch>
            <a:fillRect/>
          </a:stretch>
        </p:blipFill>
        <p:spPr>
          <a:xfrm>
            <a:off x="533400" y="3073400"/>
            <a:ext cx="7162800" cy="1911350"/>
          </a:xfrm>
          <a:prstGeom prst="rect">
            <a:avLst/>
          </a:prstGeom>
        </p:spPr>
      </p:pic>
      <p:pic>
        <p:nvPicPr>
          <p:cNvPr id="5" name="Click 3" descr="slide-06-3.png"/>
          <p:cNvPicPr>
            <a:picLocks noChangeAspect="1"/>
          </p:cNvPicPr>
          <p:nvPr/>
        </p:nvPicPr>
        <p:blipFill>
          <a:blip r:embed="rId5"/>
          <a:stretch>
            <a:fillRect/>
          </a:stretch>
        </p:blipFill>
        <p:spPr>
          <a:xfrm>
            <a:off x="533400" y="4641850"/>
            <a:ext cx="7162800" cy="1911350"/>
          </a:xfrm>
          <a:prstGeom prst="rect">
            <a:avLst/>
          </a:prstGeom>
        </p:spPr>
      </p:pic>
      <p:pic>
        <p:nvPicPr>
          <p:cNvPr id="6" name="Click 4" descr="slide-06-4.png"/>
          <p:cNvPicPr>
            <a:picLocks noChangeAspect="1"/>
          </p:cNvPicPr>
          <p:nvPr/>
        </p:nvPicPr>
        <p:blipFill>
          <a:blip r:embed="rId6"/>
          <a:stretch>
            <a:fillRect/>
          </a:stretch>
        </p:blipFill>
        <p:spPr>
          <a:xfrm>
            <a:off x="7645400" y="1504950"/>
            <a:ext cx="40132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7"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8" descr="slide-0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8-1.png"/>
          <p:cNvPicPr>
            <a:picLocks noChangeAspect="1"/>
          </p:cNvPicPr>
          <p:nvPr/>
        </p:nvPicPr>
        <p:blipFill>
          <a:blip r:embed="rId3"/>
          <a:stretch>
            <a:fillRect/>
          </a:stretch>
        </p:blipFill>
        <p:spPr>
          <a:xfrm>
            <a:off x="533400" y="4076700"/>
            <a:ext cx="7061200" cy="1854200"/>
          </a:xfrm>
          <a:prstGeom prst="rect">
            <a:avLst/>
          </a:prstGeom>
        </p:spPr>
      </p:pic>
      <p:pic>
        <p:nvPicPr>
          <p:cNvPr id="4" name="Click 2" descr="slide-08-2.png"/>
          <p:cNvPicPr>
            <a:picLocks noChangeAspect="1"/>
          </p:cNvPicPr>
          <p:nvPr/>
        </p:nvPicPr>
        <p:blipFill>
          <a:blip r:embed="rId4"/>
          <a:stretch>
            <a:fillRect/>
          </a:stretch>
        </p:blipFill>
        <p:spPr>
          <a:xfrm>
            <a:off x="7543800" y="3028950"/>
            <a:ext cx="4114800" cy="2006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9" descr="slide-0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09-1.png"/>
          <p:cNvPicPr>
            <a:picLocks noChangeAspect="1"/>
          </p:cNvPicPr>
          <p:nvPr/>
        </p:nvPicPr>
        <p:blipFill>
          <a:blip r:embed="rId3"/>
          <a:stretch>
            <a:fillRect/>
          </a:stretch>
        </p:blipFill>
        <p:spPr>
          <a:xfrm>
            <a:off x="533400" y="1504950"/>
            <a:ext cx="5702300" cy="4260850"/>
          </a:xfrm>
          <a:prstGeom prst="rect">
            <a:avLst/>
          </a:prstGeom>
        </p:spPr>
      </p:pic>
      <p:pic>
        <p:nvPicPr>
          <p:cNvPr id="4" name="Click 2" descr="slide-09-2.png"/>
          <p:cNvPicPr>
            <a:picLocks noChangeAspect="1"/>
          </p:cNvPicPr>
          <p:nvPr/>
        </p:nvPicPr>
        <p:blipFill>
          <a:blip r:embed="rId4"/>
          <a:stretch>
            <a:fillRect/>
          </a:stretch>
        </p:blipFill>
        <p:spPr>
          <a:xfrm>
            <a:off x="5956300" y="1504950"/>
            <a:ext cx="5702300" cy="4260850"/>
          </a:xfrm>
          <a:prstGeom prst="rect">
            <a:avLst/>
          </a:prstGeom>
        </p:spPr>
      </p:pic>
      <p:pic>
        <p:nvPicPr>
          <p:cNvPr id="5" name="Click 3" descr="slide-09-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0" descr="slide-1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0-1.png"/>
          <p:cNvPicPr>
            <a:picLocks noChangeAspect="1"/>
          </p:cNvPicPr>
          <p:nvPr/>
        </p:nvPicPr>
        <p:blipFill>
          <a:blip r:embed="rId3"/>
          <a:stretch>
            <a:fillRect/>
          </a:stretch>
        </p:blipFill>
        <p:spPr>
          <a:xfrm>
            <a:off x="533400" y="4718050"/>
            <a:ext cx="5664200" cy="1314450"/>
          </a:xfrm>
          <a:prstGeom prst="rect">
            <a:avLst/>
          </a:prstGeom>
        </p:spPr>
      </p:pic>
      <p:pic>
        <p:nvPicPr>
          <p:cNvPr id="4" name="Click 2" descr="slide-10-2.png"/>
          <p:cNvPicPr>
            <a:picLocks noChangeAspect="1"/>
          </p:cNvPicPr>
          <p:nvPr/>
        </p:nvPicPr>
        <p:blipFill>
          <a:blip r:embed="rId4"/>
          <a:stretch>
            <a:fillRect/>
          </a:stretch>
        </p:blipFill>
        <p:spPr>
          <a:xfrm>
            <a:off x="6197600" y="1504950"/>
            <a:ext cx="5461000" cy="2603500"/>
          </a:xfrm>
          <a:prstGeom prst="rect">
            <a:avLst/>
          </a:prstGeom>
        </p:spPr>
      </p:pic>
      <p:pic>
        <p:nvPicPr>
          <p:cNvPr id="5" name="Click 3" descr="slide-10-3.png"/>
          <p:cNvPicPr>
            <a:picLocks noChangeAspect="1"/>
          </p:cNvPicPr>
          <p:nvPr/>
        </p:nvPicPr>
        <p:blipFill>
          <a:blip r:embed="rId5"/>
          <a:stretch>
            <a:fillRect/>
          </a:stretch>
        </p:blipFill>
        <p:spPr>
          <a:xfrm>
            <a:off x="6197600" y="3848100"/>
            <a:ext cx="5461000" cy="201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1" descr="slide-1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1-1.png"/>
          <p:cNvPicPr>
            <a:picLocks noChangeAspect="1"/>
          </p:cNvPicPr>
          <p:nvPr/>
        </p:nvPicPr>
        <p:blipFill>
          <a:blip r:embed="rId3"/>
          <a:stretch>
            <a:fillRect/>
          </a:stretch>
        </p:blipFill>
        <p:spPr>
          <a:xfrm>
            <a:off x="660400" y="2317750"/>
            <a:ext cx="7188200" cy="1803400"/>
          </a:xfrm>
          <a:prstGeom prst="rect">
            <a:avLst/>
          </a:prstGeom>
        </p:spPr>
      </p:pic>
      <p:pic>
        <p:nvPicPr>
          <p:cNvPr id="4" name="Click 2" descr="slide-11-2.png"/>
          <p:cNvPicPr>
            <a:picLocks noChangeAspect="1"/>
          </p:cNvPicPr>
          <p:nvPr/>
        </p:nvPicPr>
        <p:blipFill>
          <a:blip r:embed="rId4"/>
          <a:stretch>
            <a:fillRect/>
          </a:stretch>
        </p:blipFill>
        <p:spPr>
          <a:xfrm>
            <a:off x="533400" y="3600450"/>
            <a:ext cx="4648200" cy="1993900"/>
          </a:xfrm>
          <a:prstGeom prst="rect">
            <a:avLst/>
          </a:prstGeom>
        </p:spPr>
      </p:pic>
      <p:pic>
        <p:nvPicPr>
          <p:cNvPr id="5" name="Click 3" descr="slide-11-3.png"/>
          <p:cNvPicPr>
            <a:picLocks noChangeAspect="1"/>
          </p:cNvPicPr>
          <p:nvPr/>
        </p:nvPicPr>
        <p:blipFill>
          <a:blip r:embed="rId5"/>
          <a:stretch>
            <a:fillRect/>
          </a:stretch>
        </p:blipFill>
        <p:spPr>
          <a:xfrm>
            <a:off x="7924800" y="1504950"/>
            <a:ext cx="37338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2" descr="slide-12-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2-1.png"/>
          <p:cNvPicPr>
            <a:picLocks noChangeAspect="1"/>
          </p:cNvPicPr>
          <p:nvPr/>
        </p:nvPicPr>
        <p:blipFill>
          <a:blip r:embed="rId3"/>
          <a:stretch>
            <a:fillRect/>
          </a:stretch>
        </p:blipFill>
        <p:spPr>
          <a:xfrm>
            <a:off x="533400" y="1504950"/>
            <a:ext cx="3898900" cy="5048250"/>
          </a:xfrm>
          <a:prstGeom prst="rect">
            <a:avLst/>
          </a:prstGeom>
        </p:spPr>
      </p:pic>
      <p:pic>
        <p:nvPicPr>
          <p:cNvPr id="4" name="Click 2" descr="slide-12-2.png"/>
          <p:cNvPicPr>
            <a:picLocks noChangeAspect="1"/>
          </p:cNvPicPr>
          <p:nvPr/>
        </p:nvPicPr>
        <p:blipFill>
          <a:blip r:embed="rId4"/>
          <a:stretch>
            <a:fillRect/>
          </a:stretch>
        </p:blipFill>
        <p:spPr>
          <a:xfrm>
            <a:off x="4146550" y="1504950"/>
            <a:ext cx="3898900" cy="5048250"/>
          </a:xfrm>
          <a:prstGeom prst="rect">
            <a:avLst/>
          </a:prstGeom>
        </p:spPr>
      </p:pic>
      <p:pic>
        <p:nvPicPr>
          <p:cNvPr id="5" name="Click 3" descr="slide-12-3.png"/>
          <p:cNvPicPr>
            <a:picLocks noChangeAspect="1"/>
          </p:cNvPicPr>
          <p:nvPr/>
        </p:nvPicPr>
        <p:blipFill>
          <a:blip r:embed="rId5"/>
          <a:stretch>
            <a:fillRect/>
          </a:stretch>
        </p:blipFill>
        <p:spPr>
          <a:xfrm>
            <a:off x="7759700" y="1504950"/>
            <a:ext cx="38989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3"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4" descr="slide-14-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4-1.png"/>
          <p:cNvPicPr>
            <a:picLocks noChangeAspect="1"/>
          </p:cNvPicPr>
          <p:nvPr/>
        </p:nvPicPr>
        <p:blipFill>
          <a:blip r:embed="rId3"/>
          <a:stretch>
            <a:fillRect/>
          </a:stretch>
        </p:blipFill>
        <p:spPr>
          <a:xfrm>
            <a:off x="533400" y="1504950"/>
            <a:ext cx="5702300" cy="5048250"/>
          </a:xfrm>
          <a:prstGeom prst="rect">
            <a:avLst/>
          </a:prstGeom>
        </p:spPr>
      </p:pic>
      <p:pic>
        <p:nvPicPr>
          <p:cNvPr id="4" name="Click 2" descr="slide-14-2.png"/>
          <p:cNvPicPr>
            <a:picLocks noChangeAspect="1"/>
          </p:cNvPicPr>
          <p:nvPr/>
        </p:nvPicPr>
        <p:blipFill>
          <a:blip r:embed="rId4"/>
          <a:stretch>
            <a:fillRect/>
          </a:stretch>
        </p:blipFill>
        <p:spPr>
          <a:xfrm>
            <a:off x="5956300" y="1504950"/>
            <a:ext cx="57023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5" descr="slide-1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5-1.png"/>
          <p:cNvPicPr>
            <a:picLocks noChangeAspect="1"/>
          </p:cNvPicPr>
          <p:nvPr/>
        </p:nvPicPr>
        <p:blipFill>
          <a:blip r:embed="rId3"/>
          <a:stretch>
            <a:fillRect/>
          </a:stretch>
        </p:blipFill>
        <p:spPr>
          <a:xfrm>
            <a:off x="533400" y="4165600"/>
            <a:ext cx="11125200" cy="165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6" descr="slide-16-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6-1.png"/>
          <p:cNvPicPr>
            <a:picLocks noChangeAspect="1"/>
          </p:cNvPicPr>
          <p:nvPr/>
        </p:nvPicPr>
        <p:blipFill>
          <a:blip r:embed="rId3"/>
          <a:stretch>
            <a:fillRect/>
          </a:stretch>
        </p:blipFill>
        <p:spPr>
          <a:xfrm>
            <a:off x="533400" y="1504950"/>
            <a:ext cx="5702300" cy="4260850"/>
          </a:xfrm>
          <a:prstGeom prst="rect">
            <a:avLst/>
          </a:prstGeom>
        </p:spPr>
      </p:pic>
      <p:pic>
        <p:nvPicPr>
          <p:cNvPr id="4" name="Click 2" descr="slide-16-2.png"/>
          <p:cNvPicPr>
            <a:picLocks noChangeAspect="1"/>
          </p:cNvPicPr>
          <p:nvPr/>
        </p:nvPicPr>
        <p:blipFill>
          <a:blip r:embed="rId4"/>
          <a:stretch>
            <a:fillRect/>
          </a:stretch>
        </p:blipFill>
        <p:spPr>
          <a:xfrm>
            <a:off x="5956300" y="1504950"/>
            <a:ext cx="5702300" cy="4260850"/>
          </a:xfrm>
          <a:prstGeom prst="rect">
            <a:avLst/>
          </a:prstGeom>
        </p:spPr>
      </p:pic>
      <p:pic>
        <p:nvPicPr>
          <p:cNvPr id="5" name="Click 3" descr="slide-16-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7" descr="slide-17-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7-1.png"/>
          <p:cNvPicPr>
            <a:picLocks noChangeAspect="1"/>
          </p:cNvPicPr>
          <p:nvPr/>
        </p:nvPicPr>
        <p:blipFill>
          <a:blip r:embed="rId3"/>
          <a:stretch>
            <a:fillRect/>
          </a:stretch>
        </p:blipFill>
        <p:spPr>
          <a:xfrm>
            <a:off x="533400" y="1504950"/>
            <a:ext cx="5702300" cy="4260850"/>
          </a:xfrm>
          <a:prstGeom prst="rect">
            <a:avLst/>
          </a:prstGeom>
        </p:spPr>
      </p:pic>
      <p:pic>
        <p:nvPicPr>
          <p:cNvPr id="4" name="Click 2" descr="slide-17-2.png"/>
          <p:cNvPicPr>
            <a:picLocks noChangeAspect="1"/>
          </p:cNvPicPr>
          <p:nvPr/>
        </p:nvPicPr>
        <p:blipFill>
          <a:blip r:embed="rId4"/>
          <a:stretch>
            <a:fillRect/>
          </a:stretch>
        </p:blipFill>
        <p:spPr>
          <a:xfrm>
            <a:off x="5956300" y="1504950"/>
            <a:ext cx="5702300" cy="4260850"/>
          </a:xfrm>
          <a:prstGeom prst="rect">
            <a:avLst/>
          </a:prstGeom>
        </p:spPr>
      </p:pic>
      <p:pic>
        <p:nvPicPr>
          <p:cNvPr id="5" name="Click 3" descr="slide-17-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8" descr="slide-1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8-1.png"/>
          <p:cNvPicPr>
            <a:picLocks noChangeAspect="1"/>
          </p:cNvPicPr>
          <p:nvPr/>
        </p:nvPicPr>
        <p:blipFill>
          <a:blip r:embed="rId3"/>
          <a:stretch>
            <a:fillRect/>
          </a:stretch>
        </p:blipFill>
        <p:spPr>
          <a:xfrm>
            <a:off x="533400" y="1949450"/>
            <a:ext cx="6299200" cy="4603750"/>
          </a:xfrm>
          <a:prstGeom prst="rect">
            <a:avLst/>
          </a:prstGeom>
        </p:spPr>
      </p:pic>
      <p:pic>
        <p:nvPicPr>
          <p:cNvPr id="4" name="Click 2" descr="slide-18-2.png"/>
          <p:cNvPicPr>
            <a:picLocks noChangeAspect="1"/>
          </p:cNvPicPr>
          <p:nvPr/>
        </p:nvPicPr>
        <p:blipFill>
          <a:blip r:embed="rId4"/>
          <a:stretch>
            <a:fillRect/>
          </a:stretch>
        </p:blipFill>
        <p:spPr>
          <a:xfrm>
            <a:off x="6731000" y="2838450"/>
            <a:ext cx="4927600" cy="2540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9" descr="slide-1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19-1.png"/>
          <p:cNvPicPr>
            <a:picLocks noChangeAspect="1"/>
          </p:cNvPicPr>
          <p:nvPr/>
        </p:nvPicPr>
        <p:blipFill>
          <a:blip r:embed="rId3"/>
          <a:stretch>
            <a:fillRect/>
          </a:stretch>
        </p:blipFill>
        <p:spPr>
          <a:xfrm>
            <a:off x="533400" y="2044700"/>
            <a:ext cx="11125200" cy="2419350"/>
          </a:xfrm>
          <a:prstGeom prst="rect">
            <a:avLst/>
          </a:prstGeom>
        </p:spPr>
      </p:pic>
      <p:pic>
        <p:nvPicPr>
          <p:cNvPr id="4" name="Click 2" descr="slide-19-2.png"/>
          <p:cNvPicPr>
            <a:picLocks noChangeAspect="1"/>
          </p:cNvPicPr>
          <p:nvPr/>
        </p:nvPicPr>
        <p:blipFill>
          <a:blip r:embed="rId4"/>
          <a:stretch>
            <a:fillRect/>
          </a:stretch>
        </p:blipFill>
        <p:spPr>
          <a:xfrm>
            <a:off x="533400" y="4279900"/>
            <a:ext cx="11125200" cy="1924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0" descr="slide-2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0-1.png"/>
          <p:cNvPicPr>
            <a:picLocks noChangeAspect="1"/>
          </p:cNvPicPr>
          <p:nvPr/>
        </p:nvPicPr>
        <p:blipFill>
          <a:blip r:embed="rId3"/>
          <a:stretch>
            <a:fillRect/>
          </a:stretch>
        </p:blipFill>
        <p:spPr>
          <a:xfrm>
            <a:off x="533400" y="1504950"/>
            <a:ext cx="11125200" cy="2686050"/>
          </a:xfrm>
          <a:prstGeom prst="rect">
            <a:avLst/>
          </a:prstGeom>
        </p:spPr>
      </p:pic>
      <p:pic>
        <p:nvPicPr>
          <p:cNvPr id="4" name="Click 2" descr="slide-20-2.png"/>
          <p:cNvPicPr>
            <a:picLocks noChangeAspect="1"/>
          </p:cNvPicPr>
          <p:nvPr/>
        </p:nvPicPr>
        <p:blipFill>
          <a:blip r:embed="rId4"/>
          <a:stretch>
            <a:fillRect/>
          </a:stretch>
        </p:blipFill>
        <p:spPr>
          <a:xfrm>
            <a:off x="533400" y="3867150"/>
            <a:ext cx="11125200" cy="2686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1" descr="slide-2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1-1.png"/>
          <p:cNvPicPr>
            <a:picLocks noChangeAspect="1"/>
          </p:cNvPicPr>
          <p:nvPr/>
        </p:nvPicPr>
        <p:blipFill>
          <a:blip r:embed="rId3"/>
          <a:stretch>
            <a:fillRect/>
          </a:stretch>
        </p:blipFill>
        <p:spPr>
          <a:xfrm>
            <a:off x="533400" y="1949450"/>
            <a:ext cx="2489200" cy="1962150"/>
          </a:xfrm>
          <a:prstGeom prst="rect">
            <a:avLst/>
          </a:prstGeom>
        </p:spPr>
      </p:pic>
      <p:pic>
        <p:nvPicPr>
          <p:cNvPr id="4" name="Click 2" descr="slide-21-2.png"/>
          <p:cNvPicPr>
            <a:picLocks noChangeAspect="1"/>
          </p:cNvPicPr>
          <p:nvPr/>
        </p:nvPicPr>
        <p:blipFill>
          <a:blip r:embed="rId4"/>
          <a:stretch>
            <a:fillRect/>
          </a:stretch>
        </p:blipFill>
        <p:spPr>
          <a:xfrm>
            <a:off x="2692400" y="1949450"/>
            <a:ext cx="2489200" cy="1962150"/>
          </a:xfrm>
          <a:prstGeom prst="rect">
            <a:avLst/>
          </a:prstGeom>
        </p:spPr>
      </p:pic>
      <p:pic>
        <p:nvPicPr>
          <p:cNvPr id="5" name="Click 3" descr="slide-21-3.png"/>
          <p:cNvPicPr>
            <a:picLocks noChangeAspect="1"/>
          </p:cNvPicPr>
          <p:nvPr/>
        </p:nvPicPr>
        <p:blipFill>
          <a:blip r:embed="rId5"/>
          <a:stretch>
            <a:fillRect/>
          </a:stretch>
        </p:blipFill>
        <p:spPr>
          <a:xfrm>
            <a:off x="4851400" y="1949450"/>
            <a:ext cx="2489200" cy="1962150"/>
          </a:xfrm>
          <a:prstGeom prst="rect">
            <a:avLst/>
          </a:prstGeom>
        </p:spPr>
      </p:pic>
      <p:pic>
        <p:nvPicPr>
          <p:cNvPr id="6" name="Click 4" descr="slide-21-4.png"/>
          <p:cNvPicPr>
            <a:picLocks noChangeAspect="1"/>
          </p:cNvPicPr>
          <p:nvPr/>
        </p:nvPicPr>
        <p:blipFill>
          <a:blip r:embed="rId6"/>
          <a:stretch>
            <a:fillRect/>
          </a:stretch>
        </p:blipFill>
        <p:spPr>
          <a:xfrm>
            <a:off x="7010400" y="1949450"/>
            <a:ext cx="2489200" cy="1962150"/>
          </a:xfrm>
          <a:prstGeom prst="rect">
            <a:avLst/>
          </a:prstGeom>
        </p:spPr>
      </p:pic>
      <p:pic>
        <p:nvPicPr>
          <p:cNvPr id="7" name="Click 5" descr="slide-21-5.png"/>
          <p:cNvPicPr>
            <a:picLocks noChangeAspect="1"/>
          </p:cNvPicPr>
          <p:nvPr/>
        </p:nvPicPr>
        <p:blipFill>
          <a:blip r:embed="rId7"/>
          <a:stretch>
            <a:fillRect/>
          </a:stretch>
        </p:blipFill>
        <p:spPr>
          <a:xfrm>
            <a:off x="9169400" y="1949450"/>
            <a:ext cx="2489200" cy="1962150"/>
          </a:xfrm>
          <a:prstGeom prst="rect">
            <a:avLst/>
          </a:prstGeom>
        </p:spPr>
      </p:pic>
      <p:pic>
        <p:nvPicPr>
          <p:cNvPr id="8" name="Click 6" descr="slide-21-6.png"/>
          <p:cNvPicPr>
            <a:picLocks noChangeAspect="1"/>
          </p:cNvPicPr>
          <p:nvPr/>
        </p:nvPicPr>
        <p:blipFill>
          <a:blip r:embed="rId8"/>
          <a:stretch>
            <a:fillRect/>
          </a:stretch>
        </p:blipFill>
        <p:spPr>
          <a:xfrm>
            <a:off x="533400" y="3625850"/>
            <a:ext cx="11125200" cy="247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600"/>
                                        <p:tgtEl>
                                          <p:spTgt spid="7"/>
                                        </p:tgtEl>
                                      </p:cBhvr>
                                    </p:animEffect>
                                    <p:anim calcmode="lin" valueType="num">
                                      <p:cBhvr>
                                        <p:cTn id="36" dur="600" fill="hold"/>
                                        <p:tgtEl>
                                          <p:spTgt spid="7"/>
                                        </p:tgtEl>
                                        <p:attrNameLst>
                                          <p:attrName>ppt_x</p:attrName>
                                        </p:attrNameLst>
                                      </p:cBhvr>
                                      <p:tavLst>
                                        <p:tav tm="0">
                                          <p:val>
                                            <p:strVal val="#ppt_x"/>
                                          </p:val>
                                        </p:tav>
                                        <p:tav tm="100000">
                                          <p:val>
                                            <p:strVal val="#ppt_x"/>
                                          </p:val>
                                        </p:tav>
                                      </p:tavLst>
                                    </p:anim>
                                    <p:anim calcmode="lin" valueType="num">
                                      <p:cBhvr>
                                        <p:cTn id="37" dur="600" fill="hold"/>
                                        <p:tgtEl>
                                          <p:spTgt spid="7"/>
                                        </p:tgtEl>
                                        <p:attrNameLst>
                                          <p:attrName>ppt_y</p:attrName>
                                        </p:attrNameLst>
                                      </p:cBhvr>
                                      <p:tavLst>
                                        <p:tav tm="0">
                                          <p:val>
                                            <p:strVal val="#ppt_y+.04"/>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600"/>
                                        <p:tgtEl>
                                          <p:spTgt spid="8"/>
                                        </p:tgtEl>
                                      </p:cBhvr>
                                    </p:animEffect>
                                    <p:anim calcmode="lin" valueType="num">
                                      <p:cBhvr>
                                        <p:cTn id="43" dur="600" fill="hold"/>
                                        <p:tgtEl>
                                          <p:spTgt spid="8"/>
                                        </p:tgtEl>
                                        <p:attrNameLst>
                                          <p:attrName>ppt_x</p:attrName>
                                        </p:attrNameLst>
                                      </p:cBhvr>
                                      <p:tavLst>
                                        <p:tav tm="0">
                                          <p:val>
                                            <p:strVal val="#ppt_x"/>
                                          </p:val>
                                        </p:tav>
                                        <p:tav tm="100000">
                                          <p:val>
                                            <p:strVal val="#ppt_x"/>
                                          </p:val>
                                        </p:tav>
                                      </p:tavLst>
                                    </p:anim>
                                    <p:anim calcmode="lin" valueType="num">
                                      <p:cBhvr>
                                        <p:cTn id="44" dur="600" fill="hold"/>
                                        <p:tgtEl>
                                          <p:spTgt spid="8"/>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2"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3" descr="slide-23-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3-1.png"/>
          <p:cNvPicPr>
            <a:picLocks noChangeAspect="1"/>
          </p:cNvPicPr>
          <p:nvPr/>
        </p:nvPicPr>
        <p:blipFill>
          <a:blip r:embed="rId3"/>
          <a:stretch>
            <a:fillRect/>
          </a:stretch>
        </p:blipFill>
        <p:spPr>
          <a:xfrm>
            <a:off x="742950" y="2927350"/>
            <a:ext cx="3505200" cy="1066800"/>
          </a:xfrm>
          <a:prstGeom prst="rect">
            <a:avLst/>
          </a:prstGeom>
        </p:spPr>
      </p:pic>
      <p:pic>
        <p:nvPicPr>
          <p:cNvPr id="4" name="Click 2" descr="slide-23-2.png"/>
          <p:cNvPicPr>
            <a:picLocks noChangeAspect="1"/>
          </p:cNvPicPr>
          <p:nvPr/>
        </p:nvPicPr>
        <p:blipFill>
          <a:blip r:embed="rId4"/>
          <a:stretch>
            <a:fillRect/>
          </a:stretch>
        </p:blipFill>
        <p:spPr>
          <a:xfrm>
            <a:off x="4343400" y="2927350"/>
            <a:ext cx="3505200" cy="1066800"/>
          </a:xfrm>
          <a:prstGeom prst="rect">
            <a:avLst/>
          </a:prstGeom>
        </p:spPr>
      </p:pic>
      <p:pic>
        <p:nvPicPr>
          <p:cNvPr id="5" name="Click 3" descr="slide-23-3.png"/>
          <p:cNvPicPr>
            <a:picLocks noChangeAspect="1"/>
          </p:cNvPicPr>
          <p:nvPr/>
        </p:nvPicPr>
        <p:blipFill>
          <a:blip r:embed="rId5"/>
          <a:stretch>
            <a:fillRect/>
          </a:stretch>
        </p:blipFill>
        <p:spPr>
          <a:xfrm>
            <a:off x="7943850" y="2927350"/>
            <a:ext cx="3505200" cy="1066800"/>
          </a:xfrm>
          <a:prstGeom prst="rect">
            <a:avLst/>
          </a:prstGeom>
        </p:spPr>
      </p:pic>
      <p:pic>
        <p:nvPicPr>
          <p:cNvPr id="6" name="Click 4" descr="slide-23-4.png"/>
          <p:cNvPicPr>
            <a:picLocks noChangeAspect="1"/>
          </p:cNvPicPr>
          <p:nvPr/>
        </p:nvPicPr>
        <p:blipFill>
          <a:blip r:embed="rId6"/>
          <a:stretch>
            <a:fillRect/>
          </a:stretch>
        </p:blipFill>
        <p:spPr>
          <a:xfrm>
            <a:off x="742950" y="5295900"/>
            <a:ext cx="3505200" cy="1060450"/>
          </a:xfrm>
          <a:prstGeom prst="rect">
            <a:avLst/>
          </a:prstGeom>
        </p:spPr>
      </p:pic>
      <p:pic>
        <p:nvPicPr>
          <p:cNvPr id="7" name="Click 5" descr="slide-23-5.png"/>
          <p:cNvPicPr>
            <a:picLocks noChangeAspect="1"/>
          </p:cNvPicPr>
          <p:nvPr/>
        </p:nvPicPr>
        <p:blipFill>
          <a:blip r:embed="rId7"/>
          <a:stretch>
            <a:fillRect/>
          </a:stretch>
        </p:blipFill>
        <p:spPr>
          <a:xfrm>
            <a:off x="4343400" y="5295900"/>
            <a:ext cx="3505200" cy="1060450"/>
          </a:xfrm>
          <a:prstGeom prst="rect">
            <a:avLst/>
          </a:prstGeom>
        </p:spPr>
      </p:pic>
      <p:pic>
        <p:nvPicPr>
          <p:cNvPr id="8" name="Click 6" descr="slide-23-6.png"/>
          <p:cNvPicPr>
            <a:picLocks noChangeAspect="1"/>
          </p:cNvPicPr>
          <p:nvPr/>
        </p:nvPicPr>
        <p:blipFill>
          <a:blip r:embed="rId8"/>
          <a:stretch>
            <a:fillRect/>
          </a:stretch>
        </p:blipFill>
        <p:spPr>
          <a:xfrm>
            <a:off x="7943850" y="5295900"/>
            <a:ext cx="3505200" cy="1060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600"/>
                                        <p:tgtEl>
                                          <p:spTgt spid="7"/>
                                        </p:tgtEl>
                                      </p:cBhvr>
                                    </p:animEffect>
                                    <p:anim calcmode="lin" valueType="num">
                                      <p:cBhvr>
                                        <p:cTn id="36" dur="600" fill="hold"/>
                                        <p:tgtEl>
                                          <p:spTgt spid="7"/>
                                        </p:tgtEl>
                                        <p:attrNameLst>
                                          <p:attrName>ppt_x</p:attrName>
                                        </p:attrNameLst>
                                      </p:cBhvr>
                                      <p:tavLst>
                                        <p:tav tm="0">
                                          <p:val>
                                            <p:strVal val="#ppt_x"/>
                                          </p:val>
                                        </p:tav>
                                        <p:tav tm="100000">
                                          <p:val>
                                            <p:strVal val="#ppt_x"/>
                                          </p:val>
                                        </p:tav>
                                      </p:tavLst>
                                    </p:anim>
                                    <p:anim calcmode="lin" valueType="num">
                                      <p:cBhvr>
                                        <p:cTn id="37" dur="600" fill="hold"/>
                                        <p:tgtEl>
                                          <p:spTgt spid="7"/>
                                        </p:tgtEl>
                                        <p:attrNameLst>
                                          <p:attrName>ppt_y</p:attrName>
                                        </p:attrNameLst>
                                      </p:cBhvr>
                                      <p:tavLst>
                                        <p:tav tm="0">
                                          <p:val>
                                            <p:strVal val="#ppt_y+.04"/>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600"/>
                                        <p:tgtEl>
                                          <p:spTgt spid="8"/>
                                        </p:tgtEl>
                                      </p:cBhvr>
                                    </p:animEffect>
                                    <p:anim calcmode="lin" valueType="num">
                                      <p:cBhvr>
                                        <p:cTn id="43" dur="600" fill="hold"/>
                                        <p:tgtEl>
                                          <p:spTgt spid="8"/>
                                        </p:tgtEl>
                                        <p:attrNameLst>
                                          <p:attrName>ppt_x</p:attrName>
                                        </p:attrNameLst>
                                      </p:cBhvr>
                                      <p:tavLst>
                                        <p:tav tm="0">
                                          <p:val>
                                            <p:strVal val="#ppt_x"/>
                                          </p:val>
                                        </p:tav>
                                        <p:tav tm="100000">
                                          <p:val>
                                            <p:strVal val="#ppt_x"/>
                                          </p:val>
                                        </p:tav>
                                      </p:tavLst>
                                    </p:anim>
                                    <p:anim calcmode="lin" valueType="num">
                                      <p:cBhvr>
                                        <p:cTn id="44" dur="600" fill="hold"/>
                                        <p:tgtEl>
                                          <p:spTgt spid="8"/>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4"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5" descr="slide-2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5-1.png"/>
          <p:cNvPicPr>
            <a:picLocks noChangeAspect="1"/>
          </p:cNvPicPr>
          <p:nvPr/>
        </p:nvPicPr>
        <p:blipFill>
          <a:blip r:embed="rId3"/>
          <a:stretch>
            <a:fillRect/>
          </a:stretch>
        </p:blipFill>
        <p:spPr>
          <a:xfrm>
            <a:off x="533400" y="1504950"/>
            <a:ext cx="7391400" cy="2749550"/>
          </a:xfrm>
          <a:prstGeom prst="rect">
            <a:avLst/>
          </a:prstGeom>
        </p:spPr>
      </p:pic>
      <p:pic>
        <p:nvPicPr>
          <p:cNvPr id="4" name="Click 2" descr="slide-25-2.png"/>
          <p:cNvPicPr>
            <a:picLocks noChangeAspect="1"/>
          </p:cNvPicPr>
          <p:nvPr/>
        </p:nvPicPr>
        <p:blipFill>
          <a:blip r:embed="rId4"/>
          <a:stretch>
            <a:fillRect/>
          </a:stretch>
        </p:blipFill>
        <p:spPr>
          <a:xfrm>
            <a:off x="533400" y="3930650"/>
            <a:ext cx="7391400" cy="2749550"/>
          </a:xfrm>
          <a:prstGeom prst="rect">
            <a:avLst/>
          </a:prstGeom>
        </p:spPr>
      </p:pic>
      <p:pic>
        <p:nvPicPr>
          <p:cNvPr id="5" name="Click 3" descr="slide-25-3.png"/>
          <p:cNvPicPr>
            <a:picLocks noChangeAspect="1"/>
          </p:cNvPicPr>
          <p:nvPr/>
        </p:nvPicPr>
        <p:blipFill>
          <a:blip r:embed="rId5"/>
          <a:stretch>
            <a:fillRect/>
          </a:stretch>
        </p:blipFill>
        <p:spPr>
          <a:xfrm>
            <a:off x="7645400" y="1504950"/>
            <a:ext cx="4013200" cy="5175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6"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7" descr="slide-27-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7-1.png"/>
          <p:cNvPicPr>
            <a:picLocks noChangeAspect="1"/>
          </p:cNvPicPr>
          <p:nvPr/>
        </p:nvPicPr>
        <p:blipFill>
          <a:blip r:embed="rId3"/>
          <a:stretch>
            <a:fillRect/>
          </a:stretch>
        </p:blipFill>
        <p:spPr>
          <a:xfrm>
            <a:off x="533400" y="3181350"/>
            <a:ext cx="5702300" cy="3371850"/>
          </a:xfrm>
          <a:prstGeom prst="rect">
            <a:avLst/>
          </a:prstGeom>
        </p:spPr>
      </p:pic>
      <p:pic>
        <p:nvPicPr>
          <p:cNvPr id="4" name="Click 2" descr="slide-27-2.png"/>
          <p:cNvPicPr>
            <a:picLocks noChangeAspect="1"/>
          </p:cNvPicPr>
          <p:nvPr/>
        </p:nvPicPr>
        <p:blipFill>
          <a:blip r:embed="rId4"/>
          <a:stretch>
            <a:fillRect/>
          </a:stretch>
        </p:blipFill>
        <p:spPr>
          <a:xfrm>
            <a:off x="5956300" y="3181350"/>
            <a:ext cx="5702300" cy="337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8" descr="slide-2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8-1.png"/>
          <p:cNvPicPr>
            <a:picLocks noChangeAspect="1"/>
          </p:cNvPicPr>
          <p:nvPr/>
        </p:nvPicPr>
        <p:blipFill>
          <a:blip r:embed="rId3"/>
          <a:stretch>
            <a:fillRect/>
          </a:stretch>
        </p:blipFill>
        <p:spPr>
          <a:xfrm>
            <a:off x="533400" y="1517650"/>
            <a:ext cx="6908800" cy="1333500"/>
          </a:xfrm>
          <a:prstGeom prst="rect">
            <a:avLst/>
          </a:prstGeom>
        </p:spPr>
      </p:pic>
      <p:pic>
        <p:nvPicPr>
          <p:cNvPr id="4" name="Click 2" descr="slide-28-2.png"/>
          <p:cNvPicPr>
            <a:picLocks noChangeAspect="1"/>
          </p:cNvPicPr>
          <p:nvPr/>
        </p:nvPicPr>
        <p:blipFill>
          <a:blip r:embed="rId4"/>
          <a:stretch>
            <a:fillRect/>
          </a:stretch>
        </p:blipFill>
        <p:spPr>
          <a:xfrm>
            <a:off x="533400" y="2387600"/>
            <a:ext cx="6908800" cy="1333500"/>
          </a:xfrm>
          <a:prstGeom prst="rect">
            <a:avLst/>
          </a:prstGeom>
        </p:spPr>
      </p:pic>
      <p:pic>
        <p:nvPicPr>
          <p:cNvPr id="5" name="Click 3" descr="slide-28-3.png"/>
          <p:cNvPicPr>
            <a:picLocks noChangeAspect="1"/>
          </p:cNvPicPr>
          <p:nvPr/>
        </p:nvPicPr>
        <p:blipFill>
          <a:blip r:embed="rId5"/>
          <a:stretch>
            <a:fillRect/>
          </a:stretch>
        </p:blipFill>
        <p:spPr>
          <a:xfrm>
            <a:off x="533400" y="3257550"/>
            <a:ext cx="6908800" cy="1333500"/>
          </a:xfrm>
          <a:prstGeom prst="rect">
            <a:avLst/>
          </a:prstGeom>
        </p:spPr>
      </p:pic>
      <p:pic>
        <p:nvPicPr>
          <p:cNvPr id="6" name="Click 4" descr="slide-28-4.png"/>
          <p:cNvPicPr>
            <a:picLocks noChangeAspect="1"/>
          </p:cNvPicPr>
          <p:nvPr/>
        </p:nvPicPr>
        <p:blipFill>
          <a:blip r:embed="rId6"/>
          <a:stretch>
            <a:fillRect/>
          </a:stretch>
        </p:blipFill>
        <p:spPr>
          <a:xfrm>
            <a:off x="533400" y="4127500"/>
            <a:ext cx="6908800" cy="1333500"/>
          </a:xfrm>
          <a:prstGeom prst="rect">
            <a:avLst/>
          </a:prstGeom>
        </p:spPr>
      </p:pic>
      <p:pic>
        <p:nvPicPr>
          <p:cNvPr id="7" name="Click 5" descr="slide-28-5.png"/>
          <p:cNvPicPr>
            <a:picLocks noChangeAspect="1"/>
          </p:cNvPicPr>
          <p:nvPr/>
        </p:nvPicPr>
        <p:blipFill>
          <a:blip r:embed="rId7"/>
          <a:stretch>
            <a:fillRect/>
          </a:stretch>
        </p:blipFill>
        <p:spPr>
          <a:xfrm>
            <a:off x="7391400" y="1504950"/>
            <a:ext cx="42672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600"/>
                                        <p:tgtEl>
                                          <p:spTgt spid="7"/>
                                        </p:tgtEl>
                                      </p:cBhvr>
                                    </p:animEffect>
                                    <p:anim calcmode="lin" valueType="num">
                                      <p:cBhvr>
                                        <p:cTn id="36" dur="600" fill="hold"/>
                                        <p:tgtEl>
                                          <p:spTgt spid="7"/>
                                        </p:tgtEl>
                                        <p:attrNameLst>
                                          <p:attrName>ppt_x</p:attrName>
                                        </p:attrNameLst>
                                      </p:cBhvr>
                                      <p:tavLst>
                                        <p:tav tm="0">
                                          <p:val>
                                            <p:strVal val="#ppt_x"/>
                                          </p:val>
                                        </p:tav>
                                        <p:tav tm="100000">
                                          <p:val>
                                            <p:strVal val="#ppt_x"/>
                                          </p:val>
                                        </p:tav>
                                      </p:tavLst>
                                    </p:anim>
                                    <p:anim calcmode="lin" valueType="num">
                                      <p:cBhvr>
                                        <p:cTn id="37" dur="600" fill="hold"/>
                                        <p:tgtEl>
                                          <p:spTgt spid="7"/>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9" descr="slide-2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29-1.png"/>
          <p:cNvPicPr>
            <a:picLocks noChangeAspect="1"/>
          </p:cNvPicPr>
          <p:nvPr/>
        </p:nvPicPr>
        <p:blipFill>
          <a:blip r:embed="rId3"/>
          <a:stretch>
            <a:fillRect/>
          </a:stretch>
        </p:blipFill>
        <p:spPr>
          <a:xfrm>
            <a:off x="654050" y="1504950"/>
            <a:ext cx="11004550" cy="3105150"/>
          </a:xfrm>
          <a:prstGeom prst="rect">
            <a:avLst/>
          </a:prstGeom>
        </p:spPr>
      </p:pic>
      <p:pic>
        <p:nvPicPr>
          <p:cNvPr id="4" name="Click 2" descr="slide-29-2.png"/>
          <p:cNvPicPr>
            <a:picLocks noChangeAspect="1"/>
          </p:cNvPicPr>
          <p:nvPr/>
        </p:nvPicPr>
        <p:blipFill>
          <a:blip r:embed="rId4"/>
          <a:stretch>
            <a:fillRect/>
          </a:stretch>
        </p:blipFill>
        <p:spPr>
          <a:xfrm>
            <a:off x="654050" y="3511550"/>
            <a:ext cx="11004550" cy="2038350"/>
          </a:xfrm>
          <a:prstGeom prst="rect">
            <a:avLst/>
          </a:prstGeom>
        </p:spPr>
      </p:pic>
      <p:pic>
        <p:nvPicPr>
          <p:cNvPr id="5" name="Click 3" descr="slide-29-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0" descr="slide-3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0-1.png"/>
          <p:cNvPicPr>
            <a:picLocks noChangeAspect="1"/>
          </p:cNvPicPr>
          <p:nvPr/>
        </p:nvPicPr>
        <p:blipFill>
          <a:blip r:embed="rId3"/>
          <a:stretch>
            <a:fillRect/>
          </a:stretch>
        </p:blipFill>
        <p:spPr>
          <a:xfrm>
            <a:off x="533400" y="1504950"/>
            <a:ext cx="11125200" cy="2292350"/>
          </a:xfrm>
          <a:prstGeom prst="rect">
            <a:avLst/>
          </a:prstGeom>
        </p:spPr>
      </p:pic>
      <p:pic>
        <p:nvPicPr>
          <p:cNvPr id="4" name="Click 2" descr="slide-30-2.png"/>
          <p:cNvPicPr>
            <a:picLocks noChangeAspect="1"/>
          </p:cNvPicPr>
          <p:nvPr/>
        </p:nvPicPr>
        <p:blipFill>
          <a:blip r:embed="rId4"/>
          <a:stretch>
            <a:fillRect/>
          </a:stretch>
        </p:blipFill>
        <p:spPr>
          <a:xfrm>
            <a:off x="533400" y="3473450"/>
            <a:ext cx="11125200" cy="2292350"/>
          </a:xfrm>
          <a:prstGeom prst="rect">
            <a:avLst/>
          </a:prstGeom>
        </p:spPr>
      </p:pic>
      <p:pic>
        <p:nvPicPr>
          <p:cNvPr id="5" name="Click 3" descr="slide-30-3.png"/>
          <p:cNvPicPr>
            <a:picLocks noChangeAspect="1"/>
          </p:cNvPicPr>
          <p:nvPr/>
        </p:nvPicPr>
        <p:blipFill>
          <a:blip r:embed="rId5"/>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1" descr="slide-3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1-1.png"/>
          <p:cNvPicPr>
            <a:picLocks noChangeAspect="1"/>
          </p:cNvPicPr>
          <p:nvPr/>
        </p:nvPicPr>
        <p:blipFill>
          <a:blip r:embed="rId3"/>
          <a:stretch>
            <a:fillRect/>
          </a:stretch>
        </p:blipFill>
        <p:spPr>
          <a:xfrm>
            <a:off x="533400" y="2139950"/>
            <a:ext cx="11125200" cy="1276350"/>
          </a:xfrm>
          <a:prstGeom prst="rect">
            <a:avLst/>
          </a:prstGeom>
        </p:spPr>
      </p:pic>
      <p:pic>
        <p:nvPicPr>
          <p:cNvPr id="4" name="Click 2" descr="slide-31-2.png"/>
          <p:cNvPicPr>
            <a:picLocks noChangeAspect="1"/>
          </p:cNvPicPr>
          <p:nvPr/>
        </p:nvPicPr>
        <p:blipFill>
          <a:blip r:embed="rId4"/>
          <a:stretch>
            <a:fillRect/>
          </a:stretch>
        </p:blipFill>
        <p:spPr>
          <a:xfrm>
            <a:off x="533400" y="2952750"/>
            <a:ext cx="11125200" cy="1066800"/>
          </a:xfrm>
          <a:prstGeom prst="rect">
            <a:avLst/>
          </a:prstGeom>
        </p:spPr>
      </p:pic>
      <p:pic>
        <p:nvPicPr>
          <p:cNvPr id="5" name="Click 3" descr="slide-31-3.png"/>
          <p:cNvPicPr>
            <a:picLocks noChangeAspect="1"/>
          </p:cNvPicPr>
          <p:nvPr/>
        </p:nvPicPr>
        <p:blipFill>
          <a:blip r:embed="rId5"/>
          <a:stretch>
            <a:fillRect/>
          </a:stretch>
        </p:blipFill>
        <p:spPr>
          <a:xfrm>
            <a:off x="533400" y="3556000"/>
            <a:ext cx="11125200" cy="1276350"/>
          </a:xfrm>
          <a:prstGeom prst="rect">
            <a:avLst/>
          </a:prstGeom>
        </p:spPr>
      </p:pic>
      <p:pic>
        <p:nvPicPr>
          <p:cNvPr id="6" name="Click 4" descr="slide-31-4.png"/>
          <p:cNvPicPr>
            <a:picLocks noChangeAspect="1"/>
          </p:cNvPicPr>
          <p:nvPr/>
        </p:nvPicPr>
        <p:blipFill>
          <a:blip r:embed="rId6"/>
          <a:stretch>
            <a:fillRect/>
          </a:stretch>
        </p:blipFill>
        <p:spPr>
          <a:xfrm>
            <a:off x="533400" y="4368800"/>
            <a:ext cx="11125200" cy="1282700"/>
          </a:xfrm>
          <a:prstGeom prst="rect">
            <a:avLst/>
          </a:prstGeom>
        </p:spPr>
      </p:pic>
      <p:pic>
        <p:nvPicPr>
          <p:cNvPr id="7" name="Click 5" descr="slide-31-5.png"/>
          <p:cNvPicPr>
            <a:picLocks noChangeAspect="1"/>
          </p:cNvPicPr>
          <p:nvPr/>
        </p:nvPicPr>
        <p:blipFill>
          <a:blip r:embed="rId7"/>
          <a:stretch>
            <a:fillRect/>
          </a:stretch>
        </p:blipFill>
        <p:spPr>
          <a:xfrm>
            <a:off x="533400" y="5543550"/>
            <a:ext cx="1112520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600"/>
                                        <p:tgtEl>
                                          <p:spTgt spid="7"/>
                                        </p:tgtEl>
                                      </p:cBhvr>
                                    </p:animEffect>
                                    <p:anim calcmode="lin" valueType="num">
                                      <p:cBhvr>
                                        <p:cTn id="36" dur="600" fill="hold"/>
                                        <p:tgtEl>
                                          <p:spTgt spid="7"/>
                                        </p:tgtEl>
                                        <p:attrNameLst>
                                          <p:attrName>ppt_x</p:attrName>
                                        </p:attrNameLst>
                                      </p:cBhvr>
                                      <p:tavLst>
                                        <p:tav tm="0">
                                          <p:val>
                                            <p:strVal val="#ppt_x"/>
                                          </p:val>
                                        </p:tav>
                                        <p:tav tm="100000">
                                          <p:val>
                                            <p:strVal val="#ppt_x"/>
                                          </p:val>
                                        </p:tav>
                                      </p:tavLst>
                                    </p:anim>
                                    <p:anim calcmode="lin" valueType="num">
                                      <p:cBhvr>
                                        <p:cTn id="37" dur="600" fill="hold"/>
                                        <p:tgtEl>
                                          <p:spTgt spid="7"/>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2" descr="slide-32-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2-1.png"/>
          <p:cNvPicPr>
            <a:picLocks noChangeAspect="1"/>
          </p:cNvPicPr>
          <p:nvPr/>
        </p:nvPicPr>
        <p:blipFill>
          <a:blip r:embed="rId3"/>
          <a:stretch>
            <a:fillRect/>
          </a:stretch>
        </p:blipFill>
        <p:spPr>
          <a:xfrm>
            <a:off x="533400" y="1504950"/>
            <a:ext cx="11125200" cy="1644650"/>
          </a:xfrm>
          <a:prstGeom prst="rect">
            <a:avLst/>
          </a:prstGeom>
        </p:spPr>
      </p:pic>
      <p:pic>
        <p:nvPicPr>
          <p:cNvPr id="4" name="Click 2" descr="slide-32-2.png"/>
          <p:cNvPicPr>
            <a:picLocks noChangeAspect="1"/>
          </p:cNvPicPr>
          <p:nvPr/>
        </p:nvPicPr>
        <p:blipFill>
          <a:blip r:embed="rId4"/>
          <a:stretch>
            <a:fillRect/>
          </a:stretch>
        </p:blipFill>
        <p:spPr>
          <a:xfrm>
            <a:off x="533400" y="2813050"/>
            <a:ext cx="11125200" cy="1644650"/>
          </a:xfrm>
          <a:prstGeom prst="rect">
            <a:avLst/>
          </a:prstGeom>
        </p:spPr>
      </p:pic>
      <p:pic>
        <p:nvPicPr>
          <p:cNvPr id="5" name="Click 3" descr="slide-32-3.png"/>
          <p:cNvPicPr>
            <a:picLocks noChangeAspect="1"/>
          </p:cNvPicPr>
          <p:nvPr/>
        </p:nvPicPr>
        <p:blipFill>
          <a:blip r:embed="rId5"/>
          <a:stretch>
            <a:fillRect/>
          </a:stretch>
        </p:blipFill>
        <p:spPr>
          <a:xfrm>
            <a:off x="533400" y="4121150"/>
            <a:ext cx="11125200" cy="1644650"/>
          </a:xfrm>
          <a:prstGeom prst="rect">
            <a:avLst/>
          </a:prstGeom>
        </p:spPr>
      </p:pic>
      <p:pic>
        <p:nvPicPr>
          <p:cNvPr id="6" name="Click 4" descr="slide-32-4.png"/>
          <p:cNvPicPr>
            <a:picLocks noChangeAspect="1"/>
          </p:cNvPicPr>
          <p:nvPr/>
        </p:nvPicPr>
        <p:blipFill>
          <a:blip r:embed="rId6"/>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3" descr="slide-33-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3-1.png"/>
          <p:cNvPicPr>
            <a:picLocks noChangeAspect="1"/>
          </p:cNvPicPr>
          <p:nvPr/>
        </p:nvPicPr>
        <p:blipFill>
          <a:blip r:embed="rId3"/>
          <a:stretch>
            <a:fillRect/>
          </a:stretch>
        </p:blipFill>
        <p:spPr>
          <a:xfrm>
            <a:off x="533400" y="1504950"/>
            <a:ext cx="7950200" cy="1250950"/>
          </a:xfrm>
          <a:prstGeom prst="rect">
            <a:avLst/>
          </a:prstGeom>
        </p:spPr>
      </p:pic>
      <p:pic>
        <p:nvPicPr>
          <p:cNvPr id="4" name="Click 2" descr="slide-33-2.png"/>
          <p:cNvPicPr>
            <a:picLocks noChangeAspect="1"/>
          </p:cNvPicPr>
          <p:nvPr/>
        </p:nvPicPr>
        <p:blipFill>
          <a:blip r:embed="rId4"/>
          <a:stretch>
            <a:fillRect/>
          </a:stretch>
        </p:blipFill>
        <p:spPr>
          <a:xfrm>
            <a:off x="533400" y="2393950"/>
            <a:ext cx="7950200" cy="1250950"/>
          </a:xfrm>
          <a:prstGeom prst="rect">
            <a:avLst/>
          </a:prstGeom>
        </p:spPr>
      </p:pic>
      <p:pic>
        <p:nvPicPr>
          <p:cNvPr id="5" name="Click 3" descr="slide-33-3.png"/>
          <p:cNvPicPr>
            <a:picLocks noChangeAspect="1"/>
          </p:cNvPicPr>
          <p:nvPr/>
        </p:nvPicPr>
        <p:blipFill>
          <a:blip r:embed="rId5"/>
          <a:stretch>
            <a:fillRect/>
          </a:stretch>
        </p:blipFill>
        <p:spPr>
          <a:xfrm>
            <a:off x="533400" y="3282950"/>
            <a:ext cx="7950200" cy="1250950"/>
          </a:xfrm>
          <a:prstGeom prst="rect">
            <a:avLst/>
          </a:prstGeom>
        </p:spPr>
      </p:pic>
      <p:pic>
        <p:nvPicPr>
          <p:cNvPr id="6" name="Click 4" descr="slide-33-4.png"/>
          <p:cNvPicPr>
            <a:picLocks noChangeAspect="1"/>
          </p:cNvPicPr>
          <p:nvPr/>
        </p:nvPicPr>
        <p:blipFill>
          <a:blip r:embed="rId6"/>
          <a:stretch>
            <a:fillRect/>
          </a:stretch>
        </p:blipFill>
        <p:spPr>
          <a:xfrm>
            <a:off x="533400" y="4171950"/>
            <a:ext cx="7950200" cy="1250950"/>
          </a:xfrm>
          <a:prstGeom prst="rect">
            <a:avLst/>
          </a:prstGeom>
        </p:spPr>
      </p:pic>
      <p:pic>
        <p:nvPicPr>
          <p:cNvPr id="7" name="Click 5" descr="slide-33-5.png"/>
          <p:cNvPicPr>
            <a:picLocks noChangeAspect="1"/>
          </p:cNvPicPr>
          <p:nvPr/>
        </p:nvPicPr>
        <p:blipFill>
          <a:blip r:embed="rId7"/>
          <a:stretch>
            <a:fillRect/>
          </a:stretch>
        </p:blipFill>
        <p:spPr>
          <a:xfrm>
            <a:off x="533400" y="5060950"/>
            <a:ext cx="7950200" cy="1250950"/>
          </a:xfrm>
          <a:prstGeom prst="rect">
            <a:avLst/>
          </a:prstGeom>
        </p:spPr>
      </p:pic>
      <p:pic>
        <p:nvPicPr>
          <p:cNvPr id="8" name="Click 6" descr="slide-33-6.png"/>
          <p:cNvPicPr>
            <a:picLocks noChangeAspect="1"/>
          </p:cNvPicPr>
          <p:nvPr/>
        </p:nvPicPr>
        <p:blipFill>
          <a:blip r:embed="rId8"/>
          <a:stretch>
            <a:fillRect/>
          </a:stretch>
        </p:blipFill>
        <p:spPr>
          <a:xfrm>
            <a:off x="8382000" y="1504950"/>
            <a:ext cx="32766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600"/>
                                        <p:tgtEl>
                                          <p:spTgt spid="7"/>
                                        </p:tgtEl>
                                      </p:cBhvr>
                                    </p:animEffect>
                                    <p:anim calcmode="lin" valueType="num">
                                      <p:cBhvr>
                                        <p:cTn id="36" dur="600" fill="hold"/>
                                        <p:tgtEl>
                                          <p:spTgt spid="7"/>
                                        </p:tgtEl>
                                        <p:attrNameLst>
                                          <p:attrName>ppt_x</p:attrName>
                                        </p:attrNameLst>
                                      </p:cBhvr>
                                      <p:tavLst>
                                        <p:tav tm="0">
                                          <p:val>
                                            <p:strVal val="#ppt_x"/>
                                          </p:val>
                                        </p:tav>
                                        <p:tav tm="100000">
                                          <p:val>
                                            <p:strVal val="#ppt_x"/>
                                          </p:val>
                                        </p:tav>
                                      </p:tavLst>
                                    </p:anim>
                                    <p:anim calcmode="lin" valueType="num">
                                      <p:cBhvr>
                                        <p:cTn id="37" dur="600" fill="hold"/>
                                        <p:tgtEl>
                                          <p:spTgt spid="7"/>
                                        </p:tgtEl>
                                        <p:attrNameLst>
                                          <p:attrName>ppt_y</p:attrName>
                                        </p:attrNameLst>
                                      </p:cBhvr>
                                      <p:tavLst>
                                        <p:tav tm="0">
                                          <p:val>
                                            <p:strVal val="#ppt_y+.04"/>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600"/>
                                        <p:tgtEl>
                                          <p:spTgt spid="8"/>
                                        </p:tgtEl>
                                      </p:cBhvr>
                                    </p:animEffect>
                                    <p:anim calcmode="lin" valueType="num">
                                      <p:cBhvr>
                                        <p:cTn id="43" dur="600" fill="hold"/>
                                        <p:tgtEl>
                                          <p:spTgt spid="8"/>
                                        </p:tgtEl>
                                        <p:attrNameLst>
                                          <p:attrName>ppt_x</p:attrName>
                                        </p:attrNameLst>
                                      </p:cBhvr>
                                      <p:tavLst>
                                        <p:tav tm="0">
                                          <p:val>
                                            <p:strVal val="#ppt_x"/>
                                          </p:val>
                                        </p:tav>
                                        <p:tav tm="100000">
                                          <p:val>
                                            <p:strVal val="#ppt_x"/>
                                          </p:val>
                                        </p:tav>
                                      </p:tavLst>
                                    </p:anim>
                                    <p:anim calcmode="lin" valueType="num">
                                      <p:cBhvr>
                                        <p:cTn id="44" dur="600" fill="hold"/>
                                        <p:tgtEl>
                                          <p:spTgt spid="8"/>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4"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5" descr="slide-35-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5-1.png"/>
          <p:cNvPicPr>
            <a:picLocks noChangeAspect="1"/>
          </p:cNvPicPr>
          <p:nvPr/>
        </p:nvPicPr>
        <p:blipFill>
          <a:blip r:embed="rId3"/>
          <a:stretch>
            <a:fillRect/>
          </a:stretch>
        </p:blipFill>
        <p:spPr>
          <a:xfrm>
            <a:off x="533400" y="2279650"/>
            <a:ext cx="2489200" cy="2711450"/>
          </a:xfrm>
          <a:prstGeom prst="rect">
            <a:avLst/>
          </a:prstGeom>
        </p:spPr>
      </p:pic>
      <p:pic>
        <p:nvPicPr>
          <p:cNvPr id="4" name="Click 2" descr="slide-35-2.png"/>
          <p:cNvPicPr>
            <a:picLocks noChangeAspect="1"/>
          </p:cNvPicPr>
          <p:nvPr/>
        </p:nvPicPr>
        <p:blipFill>
          <a:blip r:embed="rId4"/>
          <a:stretch>
            <a:fillRect/>
          </a:stretch>
        </p:blipFill>
        <p:spPr>
          <a:xfrm>
            <a:off x="2692400" y="2279650"/>
            <a:ext cx="2489200" cy="2711450"/>
          </a:xfrm>
          <a:prstGeom prst="rect">
            <a:avLst/>
          </a:prstGeom>
        </p:spPr>
      </p:pic>
      <p:pic>
        <p:nvPicPr>
          <p:cNvPr id="5" name="Click 3" descr="slide-35-3.png"/>
          <p:cNvPicPr>
            <a:picLocks noChangeAspect="1"/>
          </p:cNvPicPr>
          <p:nvPr/>
        </p:nvPicPr>
        <p:blipFill>
          <a:blip r:embed="rId5"/>
          <a:stretch>
            <a:fillRect/>
          </a:stretch>
        </p:blipFill>
        <p:spPr>
          <a:xfrm>
            <a:off x="4851400" y="2279650"/>
            <a:ext cx="2489200" cy="2711450"/>
          </a:xfrm>
          <a:prstGeom prst="rect">
            <a:avLst/>
          </a:prstGeom>
        </p:spPr>
      </p:pic>
      <p:pic>
        <p:nvPicPr>
          <p:cNvPr id="6" name="Click 4" descr="slide-35-4.png"/>
          <p:cNvPicPr>
            <a:picLocks noChangeAspect="1"/>
          </p:cNvPicPr>
          <p:nvPr/>
        </p:nvPicPr>
        <p:blipFill>
          <a:blip r:embed="rId6"/>
          <a:stretch>
            <a:fillRect/>
          </a:stretch>
        </p:blipFill>
        <p:spPr>
          <a:xfrm>
            <a:off x="7010400" y="2279650"/>
            <a:ext cx="2489200" cy="2711450"/>
          </a:xfrm>
          <a:prstGeom prst="rect">
            <a:avLst/>
          </a:prstGeom>
        </p:spPr>
      </p:pic>
      <p:pic>
        <p:nvPicPr>
          <p:cNvPr id="7" name="Click 5" descr="slide-35-5.png"/>
          <p:cNvPicPr>
            <a:picLocks noChangeAspect="1"/>
          </p:cNvPicPr>
          <p:nvPr/>
        </p:nvPicPr>
        <p:blipFill>
          <a:blip r:embed="rId7"/>
          <a:stretch>
            <a:fillRect/>
          </a:stretch>
        </p:blipFill>
        <p:spPr>
          <a:xfrm>
            <a:off x="9169400" y="2279650"/>
            <a:ext cx="2489200" cy="2711450"/>
          </a:xfrm>
          <a:prstGeom prst="rect">
            <a:avLst/>
          </a:prstGeom>
        </p:spPr>
      </p:pic>
      <p:pic>
        <p:nvPicPr>
          <p:cNvPr id="8" name="Click 6" descr="slide-35-6.png"/>
          <p:cNvPicPr>
            <a:picLocks noChangeAspect="1"/>
          </p:cNvPicPr>
          <p:nvPr/>
        </p:nvPicPr>
        <p:blipFill>
          <a:blip r:embed="rId8"/>
          <a:stretch>
            <a:fillRect/>
          </a:stretch>
        </p:blipFill>
        <p:spPr>
          <a:xfrm>
            <a:off x="533400" y="5486400"/>
            <a:ext cx="11125200" cy="1066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600"/>
                                        <p:tgtEl>
                                          <p:spTgt spid="7"/>
                                        </p:tgtEl>
                                      </p:cBhvr>
                                    </p:animEffect>
                                    <p:anim calcmode="lin" valueType="num">
                                      <p:cBhvr>
                                        <p:cTn id="36" dur="600" fill="hold"/>
                                        <p:tgtEl>
                                          <p:spTgt spid="7"/>
                                        </p:tgtEl>
                                        <p:attrNameLst>
                                          <p:attrName>ppt_x</p:attrName>
                                        </p:attrNameLst>
                                      </p:cBhvr>
                                      <p:tavLst>
                                        <p:tav tm="0">
                                          <p:val>
                                            <p:strVal val="#ppt_x"/>
                                          </p:val>
                                        </p:tav>
                                        <p:tav tm="100000">
                                          <p:val>
                                            <p:strVal val="#ppt_x"/>
                                          </p:val>
                                        </p:tav>
                                      </p:tavLst>
                                    </p:anim>
                                    <p:anim calcmode="lin" valueType="num">
                                      <p:cBhvr>
                                        <p:cTn id="37" dur="600" fill="hold"/>
                                        <p:tgtEl>
                                          <p:spTgt spid="7"/>
                                        </p:tgtEl>
                                        <p:attrNameLst>
                                          <p:attrName>ppt_y</p:attrName>
                                        </p:attrNameLst>
                                      </p:cBhvr>
                                      <p:tavLst>
                                        <p:tav tm="0">
                                          <p:val>
                                            <p:strVal val="#ppt_y+.04"/>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600"/>
                                        <p:tgtEl>
                                          <p:spTgt spid="8"/>
                                        </p:tgtEl>
                                      </p:cBhvr>
                                    </p:animEffect>
                                    <p:anim calcmode="lin" valueType="num">
                                      <p:cBhvr>
                                        <p:cTn id="43" dur="600" fill="hold"/>
                                        <p:tgtEl>
                                          <p:spTgt spid="8"/>
                                        </p:tgtEl>
                                        <p:attrNameLst>
                                          <p:attrName>ppt_x</p:attrName>
                                        </p:attrNameLst>
                                      </p:cBhvr>
                                      <p:tavLst>
                                        <p:tav tm="0">
                                          <p:val>
                                            <p:strVal val="#ppt_x"/>
                                          </p:val>
                                        </p:tav>
                                        <p:tav tm="100000">
                                          <p:val>
                                            <p:strVal val="#ppt_x"/>
                                          </p:val>
                                        </p:tav>
                                      </p:tavLst>
                                    </p:anim>
                                    <p:anim calcmode="lin" valueType="num">
                                      <p:cBhvr>
                                        <p:cTn id="44" dur="600" fill="hold"/>
                                        <p:tgtEl>
                                          <p:spTgt spid="8"/>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6" descr="slide-36-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6-1.png"/>
          <p:cNvPicPr>
            <a:picLocks noChangeAspect="1"/>
          </p:cNvPicPr>
          <p:nvPr/>
        </p:nvPicPr>
        <p:blipFill>
          <a:blip r:embed="rId3"/>
          <a:stretch>
            <a:fillRect/>
          </a:stretch>
        </p:blipFill>
        <p:spPr>
          <a:xfrm>
            <a:off x="533400" y="3873500"/>
            <a:ext cx="7315200" cy="1352550"/>
          </a:xfrm>
          <a:prstGeom prst="rect">
            <a:avLst/>
          </a:prstGeom>
        </p:spPr>
      </p:pic>
      <p:pic>
        <p:nvPicPr>
          <p:cNvPr id="4" name="Click 2" descr="slide-36-2.png"/>
          <p:cNvPicPr>
            <a:picLocks noChangeAspect="1"/>
          </p:cNvPicPr>
          <p:nvPr/>
        </p:nvPicPr>
        <p:blipFill>
          <a:blip r:embed="rId4"/>
          <a:stretch>
            <a:fillRect/>
          </a:stretch>
        </p:blipFill>
        <p:spPr>
          <a:xfrm>
            <a:off x="7645400" y="1504950"/>
            <a:ext cx="4013200" cy="1974850"/>
          </a:xfrm>
          <a:prstGeom prst="rect">
            <a:avLst/>
          </a:prstGeom>
        </p:spPr>
      </p:pic>
      <p:pic>
        <p:nvPicPr>
          <p:cNvPr id="5" name="Click 3" descr="slide-36-3.png"/>
          <p:cNvPicPr>
            <a:picLocks noChangeAspect="1"/>
          </p:cNvPicPr>
          <p:nvPr/>
        </p:nvPicPr>
        <p:blipFill>
          <a:blip r:embed="rId5"/>
          <a:stretch>
            <a:fillRect/>
          </a:stretch>
        </p:blipFill>
        <p:spPr>
          <a:xfrm>
            <a:off x="7645400" y="3168650"/>
            <a:ext cx="4013200" cy="1974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7" descr="slide-37-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7-1.png"/>
          <p:cNvPicPr>
            <a:picLocks noChangeAspect="1"/>
          </p:cNvPicPr>
          <p:nvPr/>
        </p:nvPicPr>
        <p:blipFill>
          <a:blip r:embed="rId3"/>
          <a:stretch>
            <a:fillRect/>
          </a:stretch>
        </p:blipFill>
        <p:spPr>
          <a:xfrm>
            <a:off x="533400" y="1504950"/>
            <a:ext cx="11125200" cy="2317750"/>
          </a:xfrm>
          <a:prstGeom prst="rect">
            <a:avLst/>
          </a:prstGeom>
        </p:spPr>
      </p:pic>
      <p:pic>
        <p:nvPicPr>
          <p:cNvPr id="4" name="Click 2" descr="slide-37-2.png"/>
          <p:cNvPicPr>
            <a:picLocks noChangeAspect="1"/>
          </p:cNvPicPr>
          <p:nvPr/>
        </p:nvPicPr>
        <p:blipFill>
          <a:blip r:embed="rId4"/>
          <a:stretch>
            <a:fillRect/>
          </a:stretch>
        </p:blipFill>
        <p:spPr>
          <a:xfrm>
            <a:off x="533400" y="3536950"/>
            <a:ext cx="11125200" cy="2768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8" descr="slide-38-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8-1.png"/>
          <p:cNvPicPr>
            <a:picLocks noChangeAspect="1"/>
          </p:cNvPicPr>
          <p:nvPr/>
        </p:nvPicPr>
        <p:blipFill>
          <a:blip r:embed="rId3"/>
          <a:stretch>
            <a:fillRect/>
          </a:stretch>
        </p:blipFill>
        <p:spPr>
          <a:xfrm>
            <a:off x="5613400" y="1504950"/>
            <a:ext cx="6045200" cy="5048250"/>
          </a:xfrm>
          <a:prstGeom prst="rect">
            <a:avLst/>
          </a:prstGeom>
        </p:spPr>
      </p:pic>
      <p:pic>
        <p:nvPicPr>
          <p:cNvPr id="4" name="Click 2" descr="slide-38-2.png"/>
          <p:cNvPicPr>
            <a:picLocks noChangeAspect="1"/>
          </p:cNvPicPr>
          <p:nvPr/>
        </p:nvPicPr>
        <p:blipFill>
          <a:blip r:embed="rId4"/>
          <a:stretch>
            <a:fillRect/>
          </a:stretch>
        </p:blipFill>
        <p:spPr>
          <a:xfrm>
            <a:off x="533400" y="3702050"/>
            <a:ext cx="5283200" cy="946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9" descr="slide-39-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39-1.png"/>
          <p:cNvPicPr>
            <a:picLocks noChangeAspect="1"/>
          </p:cNvPicPr>
          <p:nvPr/>
        </p:nvPicPr>
        <p:blipFill>
          <a:blip r:embed="rId3"/>
          <a:stretch>
            <a:fillRect/>
          </a:stretch>
        </p:blipFill>
        <p:spPr>
          <a:xfrm>
            <a:off x="7493000" y="1987550"/>
            <a:ext cx="4165600" cy="1784350"/>
          </a:xfrm>
          <a:prstGeom prst="rect">
            <a:avLst/>
          </a:prstGeom>
        </p:spPr>
      </p:pic>
      <p:pic>
        <p:nvPicPr>
          <p:cNvPr id="4" name="Click 2" descr="slide-39-2.png"/>
          <p:cNvPicPr>
            <a:picLocks noChangeAspect="1"/>
          </p:cNvPicPr>
          <p:nvPr/>
        </p:nvPicPr>
        <p:blipFill>
          <a:blip r:embed="rId4"/>
          <a:stretch>
            <a:fillRect/>
          </a:stretch>
        </p:blipFill>
        <p:spPr>
          <a:xfrm>
            <a:off x="7493000" y="3498850"/>
            <a:ext cx="4165600" cy="1689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0" descr="slide-40-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40-1.png"/>
          <p:cNvPicPr>
            <a:picLocks noChangeAspect="1"/>
          </p:cNvPicPr>
          <p:nvPr/>
        </p:nvPicPr>
        <p:blipFill>
          <a:blip r:embed="rId3"/>
          <a:stretch>
            <a:fillRect/>
          </a:stretch>
        </p:blipFill>
        <p:spPr>
          <a:xfrm>
            <a:off x="533400" y="1517650"/>
            <a:ext cx="6908800" cy="1282700"/>
          </a:xfrm>
          <a:prstGeom prst="rect">
            <a:avLst/>
          </a:prstGeom>
        </p:spPr>
      </p:pic>
      <p:pic>
        <p:nvPicPr>
          <p:cNvPr id="4" name="Click 2" descr="slide-40-2.png"/>
          <p:cNvPicPr>
            <a:picLocks noChangeAspect="1"/>
          </p:cNvPicPr>
          <p:nvPr/>
        </p:nvPicPr>
        <p:blipFill>
          <a:blip r:embed="rId4"/>
          <a:stretch>
            <a:fillRect/>
          </a:stretch>
        </p:blipFill>
        <p:spPr>
          <a:xfrm>
            <a:off x="533400" y="2336800"/>
            <a:ext cx="6908800" cy="1282700"/>
          </a:xfrm>
          <a:prstGeom prst="rect">
            <a:avLst/>
          </a:prstGeom>
        </p:spPr>
      </p:pic>
      <p:pic>
        <p:nvPicPr>
          <p:cNvPr id="5" name="Click 3" descr="slide-40-3.png"/>
          <p:cNvPicPr>
            <a:picLocks noChangeAspect="1"/>
          </p:cNvPicPr>
          <p:nvPr/>
        </p:nvPicPr>
        <p:blipFill>
          <a:blip r:embed="rId5"/>
          <a:stretch>
            <a:fillRect/>
          </a:stretch>
        </p:blipFill>
        <p:spPr>
          <a:xfrm>
            <a:off x="533400" y="3155950"/>
            <a:ext cx="6908800" cy="1282700"/>
          </a:xfrm>
          <a:prstGeom prst="rect">
            <a:avLst/>
          </a:prstGeom>
        </p:spPr>
      </p:pic>
      <p:pic>
        <p:nvPicPr>
          <p:cNvPr id="6" name="Click 4" descr="slide-40-4.png"/>
          <p:cNvPicPr>
            <a:picLocks noChangeAspect="1"/>
          </p:cNvPicPr>
          <p:nvPr/>
        </p:nvPicPr>
        <p:blipFill>
          <a:blip r:embed="rId6"/>
          <a:stretch>
            <a:fillRect/>
          </a:stretch>
        </p:blipFill>
        <p:spPr>
          <a:xfrm>
            <a:off x="533400" y="3975100"/>
            <a:ext cx="6908800" cy="1282700"/>
          </a:xfrm>
          <a:prstGeom prst="rect">
            <a:avLst/>
          </a:prstGeom>
        </p:spPr>
      </p:pic>
      <p:pic>
        <p:nvPicPr>
          <p:cNvPr id="7" name="Click 5" descr="slide-40-5.png"/>
          <p:cNvPicPr>
            <a:picLocks noChangeAspect="1"/>
          </p:cNvPicPr>
          <p:nvPr/>
        </p:nvPicPr>
        <p:blipFill>
          <a:blip r:embed="rId7"/>
          <a:stretch>
            <a:fillRect/>
          </a:stretch>
        </p:blipFill>
        <p:spPr>
          <a:xfrm>
            <a:off x="7391400" y="1504950"/>
            <a:ext cx="4267200" cy="504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600"/>
                                        <p:tgtEl>
                                          <p:spTgt spid="7"/>
                                        </p:tgtEl>
                                      </p:cBhvr>
                                    </p:animEffect>
                                    <p:anim calcmode="lin" valueType="num">
                                      <p:cBhvr>
                                        <p:cTn id="36" dur="600" fill="hold"/>
                                        <p:tgtEl>
                                          <p:spTgt spid="7"/>
                                        </p:tgtEl>
                                        <p:attrNameLst>
                                          <p:attrName>ppt_x</p:attrName>
                                        </p:attrNameLst>
                                      </p:cBhvr>
                                      <p:tavLst>
                                        <p:tav tm="0">
                                          <p:val>
                                            <p:strVal val="#ppt_x"/>
                                          </p:val>
                                        </p:tav>
                                        <p:tav tm="100000">
                                          <p:val>
                                            <p:strVal val="#ppt_x"/>
                                          </p:val>
                                        </p:tav>
                                      </p:tavLst>
                                    </p:anim>
                                    <p:anim calcmode="lin" valueType="num">
                                      <p:cBhvr>
                                        <p:cTn id="37" dur="600" fill="hold"/>
                                        <p:tgtEl>
                                          <p:spTgt spid="7"/>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1" descr="slide-41-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41-1.png"/>
          <p:cNvPicPr>
            <a:picLocks noChangeAspect="1"/>
          </p:cNvPicPr>
          <p:nvPr/>
        </p:nvPicPr>
        <p:blipFill>
          <a:blip r:embed="rId3"/>
          <a:stretch>
            <a:fillRect/>
          </a:stretch>
        </p:blipFill>
        <p:spPr>
          <a:xfrm>
            <a:off x="533400" y="1504950"/>
            <a:ext cx="3898900" cy="2749550"/>
          </a:xfrm>
          <a:prstGeom prst="rect">
            <a:avLst/>
          </a:prstGeom>
        </p:spPr>
      </p:pic>
      <p:pic>
        <p:nvPicPr>
          <p:cNvPr id="4" name="Click 2" descr="slide-41-2.png"/>
          <p:cNvPicPr>
            <a:picLocks noChangeAspect="1"/>
          </p:cNvPicPr>
          <p:nvPr/>
        </p:nvPicPr>
        <p:blipFill>
          <a:blip r:embed="rId4"/>
          <a:stretch>
            <a:fillRect/>
          </a:stretch>
        </p:blipFill>
        <p:spPr>
          <a:xfrm>
            <a:off x="4146550" y="1504950"/>
            <a:ext cx="3898900" cy="2749550"/>
          </a:xfrm>
          <a:prstGeom prst="rect">
            <a:avLst/>
          </a:prstGeom>
        </p:spPr>
      </p:pic>
      <p:pic>
        <p:nvPicPr>
          <p:cNvPr id="5" name="Click 3" descr="slide-41-3.png"/>
          <p:cNvPicPr>
            <a:picLocks noChangeAspect="1"/>
          </p:cNvPicPr>
          <p:nvPr/>
        </p:nvPicPr>
        <p:blipFill>
          <a:blip r:embed="rId5"/>
          <a:stretch>
            <a:fillRect/>
          </a:stretch>
        </p:blipFill>
        <p:spPr>
          <a:xfrm>
            <a:off x="7759700" y="1504950"/>
            <a:ext cx="3898900" cy="2749550"/>
          </a:xfrm>
          <a:prstGeom prst="rect">
            <a:avLst/>
          </a:prstGeom>
        </p:spPr>
      </p:pic>
      <p:pic>
        <p:nvPicPr>
          <p:cNvPr id="6" name="Click 4" descr="slide-41-4.png"/>
          <p:cNvPicPr>
            <a:picLocks noChangeAspect="1"/>
          </p:cNvPicPr>
          <p:nvPr/>
        </p:nvPicPr>
        <p:blipFill>
          <a:blip r:embed="rId6"/>
          <a:stretch>
            <a:fillRect/>
          </a:stretch>
        </p:blipFill>
        <p:spPr>
          <a:xfrm>
            <a:off x="533400" y="3968750"/>
            <a:ext cx="11125200" cy="2584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2" descr="slide-42-0.png"/>
          <p:cNvPicPr>
            <a:picLocks noChangeAspect="1"/>
          </p:cNvPicPr>
          <p:nvPr/>
        </p:nvPicPr>
        <p:blipFill>
          <a:blip r:embed="rId2"/>
          <a:stretch>
            <a:fillRect/>
          </a:stretch>
        </p:blipFill>
        <p:spPr>
          <a:xfrm>
            <a:off x="0" y="0"/>
            <a:ext cx="12192000" cy="6858000"/>
          </a:xfrm>
          <a:prstGeom prst="rect">
            <a:avLst/>
          </a:prstGeom>
        </p:spPr>
      </p:pic>
      <p:pic>
        <p:nvPicPr>
          <p:cNvPr id="3" name="Click 1" descr="slide-42-1.png"/>
          <p:cNvPicPr>
            <a:picLocks noChangeAspect="1"/>
          </p:cNvPicPr>
          <p:nvPr/>
        </p:nvPicPr>
        <p:blipFill>
          <a:blip r:embed="rId3"/>
          <a:stretch>
            <a:fillRect/>
          </a:stretch>
        </p:blipFill>
        <p:spPr>
          <a:xfrm>
            <a:off x="533400" y="1504950"/>
            <a:ext cx="3898900" cy="3003550"/>
          </a:xfrm>
          <a:prstGeom prst="rect">
            <a:avLst/>
          </a:prstGeom>
        </p:spPr>
      </p:pic>
      <p:pic>
        <p:nvPicPr>
          <p:cNvPr id="4" name="Click 2" descr="slide-42-2.png"/>
          <p:cNvPicPr>
            <a:picLocks noChangeAspect="1"/>
          </p:cNvPicPr>
          <p:nvPr/>
        </p:nvPicPr>
        <p:blipFill>
          <a:blip r:embed="rId4"/>
          <a:stretch>
            <a:fillRect/>
          </a:stretch>
        </p:blipFill>
        <p:spPr>
          <a:xfrm>
            <a:off x="4146550" y="1504950"/>
            <a:ext cx="3898900" cy="3003550"/>
          </a:xfrm>
          <a:prstGeom prst="rect">
            <a:avLst/>
          </a:prstGeom>
        </p:spPr>
      </p:pic>
      <p:pic>
        <p:nvPicPr>
          <p:cNvPr id="5" name="Click 3" descr="slide-42-3.png"/>
          <p:cNvPicPr>
            <a:picLocks noChangeAspect="1"/>
          </p:cNvPicPr>
          <p:nvPr/>
        </p:nvPicPr>
        <p:blipFill>
          <a:blip r:embed="rId5"/>
          <a:stretch>
            <a:fillRect/>
          </a:stretch>
        </p:blipFill>
        <p:spPr>
          <a:xfrm>
            <a:off x="7759700" y="1504950"/>
            <a:ext cx="3898900" cy="3003550"/>
          </a:xfrm>
          <a:prstGeom prst="rect">
            <a:avLst/>
          </a:prstGeom>
        </p:spPr>
      </p:pic>
      <p:pic>
        <p:nvPicPr>
          <p:cNvPr id="6" name="Click 4" descr="slide-42-4.png"/>
          <p:cNvPicPr>
            <a:picLocks noChangeAspect="1"/>
          </p:cNvPicPr>
          <p:nvPr/>
        </p:nvPicPr>
        <p:blipFill>
          <a:blip r:embed="rId6"/>
          <a:stretch>
            <a:fillRect/>
          </a:stretch>
        </p:blipFill>
        <p:spPr>
          <a:xfrm>
            <a:off x="533400" y="5334000"/>
            <a:ext cx="11125200" cy="1219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fill="hold"/>
                                        <p:tgtEl>
                                          <p:spTgt spid="3"/>
                                        </p:tgtEl>
                                        <p:attrNameLst>
                                          <p:attrName>ppt_x</p:attrName>
                                        </p:attrNameLst>
                                      </p:cBhvr>
                                      <p:tavLst>
                                        <p:tav tm="0">
                                          <p:val>
                                            <p:strVal val="#ppt_x"/>
                                          </p:val>
                                        </p:tav>
                                        <p:tav tm="100000">
                                          <p:val>
                                            <p:strVal val="#ppt_x"/>
                                          </p:val>
                                        </p:tav>
                                      </p:tavLst>
                                    </p:anim>
                                    <p:anim calcmode="lin" valueType="num">
                                      <p:cBhvr>
                                        <p:cTn id="9" dur="600" fill="hold"/>
                                        <p:tgtEl>
                                          <p:spTgt spid="3"/>
                                        </p:tgtEl>
                                        <p:attrNameLst>
                                          <p:attrName>ppt_y</p:attrName>
                                        </p:attrNameLst>
                                      </p:cBhvr>
                                      <p:tavLst>
                                        <p:tav tm="0">
                                          <p:val>
                                            <p:strVal val="#ppt_y+.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fill="hold"/>
                                        <p:tgtEl>
                                          <p:spTgt spid="4"/>
                                        </p:tgtEl>
                                        <p:attrNameLst>
                                          <p:attrName>ppt_x</p:attrName>
                                        </p:attrNameLst>
                                      </p:cBhvr>
                                      <p:tavLst>
                                        <p:tav tm="0">
                                          <p:val>
                                            <p:strVal val="#ppt_x"/>
                                          </p:val>
                                        </p:tav>
                                        <p:tav tm="100000">
                                          <p:val>
                                            <p:strVal val="#ppt_x"/>
                                          </p:val>
                                        </p:tav>
                                      </p:tavLst>
                                    </p:anim>
                                    <p:anim calcmode="lin" valueType="num">
                                      <p:cBhvr>
                                        <p:cTn id="16" dur="600" fill="hold"/>
                                        <p:tgtEl>
                                          <p:spTgt spid="4"/>
                                        </p:tgtEl>
                                        <p:attrNameLst>
                                          <p:attrName>ppt_y</p:attrName>
                                        </p:attrNameLst>
                                      </p:cBhvr>
                                      <p:tavLst>
                                        <p:tav tm="0">
                                          <p:val>
                                            <p:strVal val="#ppt_y+.04"/>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fill="hold"/>
                                        <p:tgtEl>
                                          <p:spTgt spid="5"/>
                                        </p:tgtEl>
                                        <p:attrNameLst>
                                          <p:attrName>ppt_x</p:attrName>
                                        </p:attrNameLst>
                                      </p:cBhvr>
                                      <p:tavLst>
                                        <p:tav tm="0">
                                          <p:val>
                                            <p:strVal val="#ppt_x"/>
                                          </p:val>
                                        </p:tav>
                                        <p:tav tm="100000">
                                          <p:val>
                                            <p:strVal val="#ppt_x"/>
                                          </p:val>
                                        </p:tav>
                                      </p:tavLst>
                                    </p:anim>
                                    <p:anim calcmode="lin" valueType="num">
                                      <p:cBhvr>
                                        <p:cTn id="23" dur="600" fill="hold"/>
                                        <p:tgtEl>
                                          <p:spTgt spid="5"/>
                                        </p:tgtEl>
                                        <p:attrNameLst>
                                          <p:attrName>ppt_y</p:attrName>
                                        </p:attrNameLst>
                                      </p:cBhvr>
                                      <p:tavLst>
                                        <p:tav tm="0">
                                          <p:val>
                                            <p:strVal val="#ppt_y+.04"/>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anim calcmode="lin" valueType="num">
                                      <p:cBhvr>
                                        <p:cTn id="29" dur="600" fill="hold"/>
                                        <p:tgtEl>
                                          <p:spTgt spid="6"/>
                                        </p:tgtEl>
                                        <p:attrNameLst>
                                          <p:attrName>ppt_x</p:attrName>
                                        </p:attrNameLst>
                                      </p:cBhvr>
                                      <p:tavLst>
                                        <p:tav tm="0">
                                          <p:val>
                                            <p:strVal val="#ppt_x"/>
                                          </p:val>
                                        </p:tav>
                                        <p:tav tm="100000">
                                          <p:val>
                                            <p:strVal val="#ppt_x"/>
                                          </p:val>
                                        </p:tav>
                                      </p:tavLst>
                                    </p:anim>
                                    <p:anim calcmode="lin" valueType="num">
                                      <p:cBhvr>
                                        <p:cTn id="30" dur="600" fill="hold"/>
                                        <p:tgtEl>
                                          <p:spTgt spid="6"/>
                                        </p:tgtEl>
                                        <p:attrNameLst>
                                          <p:attrName>ppt_y</p:attrName>
                                        </p:attrNameLst>
                                      </p:cBhvr>
                                      <p:tavLst>
                                        <p:tav tm="0">
                                          <p:val>
                                            <p:strVal val="#ppt_y+.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3" descr="slide-4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4" descr="slide-4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