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Session 05. Today the answer is not a number but a category: is this slope stable or unstable? The first part builds the vocabulary of classification; then we apply it to 616 Morgenstern-Price slope cases; then we decide which model to use, from the cost of its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from Sessions 03 and 04: we predicted strength, a number, and judged it with MAE, RMSE and R². Today the target is a class, often with a probability attached. The workflow stays; the model output and the metrics change.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05 of 8: the start of Part 2, from prediction to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parts. Part 01 is all concepts: terms, logistic vs linear regression, the sigmoid, the confusion matrix and its metrics. Part 02 applies them to the slope dataset. Part 03 reads the results and makes the engineering decision.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01: the language of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inputs, different question. A factor of safety of 1.37 is a regression target; 'is FOS below 1.0?' is a classification target. A continuous result becomes a class through an engineering threshold.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terms we use all session. Stress the positive class: we choose unstable as positive because that is the case we must not miss, and it defines what recall and precision mean.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Part A, cell 6. Same 0/1 labels, two models. Click 1: linear regression runs from -0.34 to 1.19, not valid probabilities. Click 2: logistic regression stays between 0 and 1 and follows the S-shape. What we want is the probability of unstable given the inputs.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 regression in four steps: inputs, a linear score, a probability, a decision. The word regression stays in the name because the model is linear on the log-odds scale; the class comes from the threshold.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the same weighted sum as Session 03, written for our three slope inputs. z is unrestricted. Coefficients are learned from training cases and depend on units and scaling.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the sigmoid. Clicks: z = -3 gives p = 0.05, z = 0 gives 0.50, z = 3 gives 0.95. These are model estimates, not automatically calibrated, and not a physical probability of failure.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odds and log-odds. p = 0.8 means odds of 4 to 1; the log of the odds is unbounded, which is why a linear model can describe it. A coefficient is the change in log-odds per unit of an input, holding the others fixed.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a threshold turns the probability into a class. 0.50 is a software default. Lowering it flags more slopes (fewer misses, more false alarms); raising it does the opposite. Choose it on validation data.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worked prediction with the tuned model. beta = 45 degrees, c/(gamma H) = 0.05, phi = 10 degrees gives z = 1.95 and p = 0.88: predicted unstable. Morgenstern-Price gives FOS = 0.66, so the prediction is correct. Signs: steeper slopes raise z; more cohesion and friction lower it. Class weighting shifts these probabilities, so read them as scores.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essential distinction, from the notebook's table. With a fixed threshold, logistic regression draws a straight boundary in the input space unless features are transformed.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confusion matrix with unstable as the positive class. Click through TN, FP, FN, TP. A false positive costs an unnecessary check; a false negative is an unstable slope called stable. For safety screening, read FN first.</a:t>
            </a:r>
          </a:p>
          <a:p/>
          <a:p>
            <a:r>
              <a:t>[Clicks on this slide: 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Definitions before scores. Recall: of all unstable slopes, how many did we catch. Precision: of all slopes we flagged, how many were really unstable. F1 balances them. Balanced accuracy weights both classes equally.</a:t>
            </a:r>
          </a:p>
          <a:p/>
          <a:p>
            <a:r>
              <a:t>[Clicks on this slide: 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accuracy misleads: always predicting stable scores 84.7% accuracy on the 124 test slopes and detects none of the 19 unstable ones. Balanced accuracy is 0.50.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02: from factor of safety to a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 question. Inputs: slope angle, c/(gamma H), friction angle. The label comes from the Morgenstern-Price FOS: unstable when FOS &lt; 1.0. These labels reproduce a numerical analysis; they are not field failures.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dataset: 616 rows forming a complete grid, 11 slope angles x 7 cohesion levels x 8 friction angles. No missing values, no repeated input combinations. itr is an identifier. The slip-surface columns are outputs of the analysis and would leak the answer.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label is an engineering choice. FOS &lt; 1.0: 93 unstable, 523 stable. FOS &lt; 1.5: 181 below, a different design or screening question. No case has FOS exactly 1.0.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Imbalance: 523 stable (84.9%) and 93 unstable (15.1%). Unstable cases concentrate at low friction angles: 25 at phi = 10 degrees, 3 at 45 degrees. Imbalance is not a defect; it changes which metrics matter.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thresholds. The FOS threshold defines the target before modelling. The probability threshold defines the decision after modelling. The example shows how a truly unstable slope becomes a false negative at 0.50.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slice of the grid at phi = 25 degrees, with every FOS value. The boundary depends on slope angle and cohesion together, and phi shifts it. The real boundary is three-dimensional.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tuned models on the same slice. Logistic regression: a straight edge, reaching into stable cases (false alarms). Decision tree: axis-aligned steps. Random forest: a tighter stepped region. All three use class weighting, so they lean towards caution.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Handling imbalance, with a real effect: logistic regression without weighting misses 29 of the 74 unstable training cases in CV; with class_weight='balanced' it misses none but raises 39 false alarms. Thresholds are tuned on validation data; resampling only inside CV folds.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Stratified 80/20 split: 492 training cases (74 unstable) and 124 test cases (19 unstable). Five-fold StratifiedKFold and GridSearchCV on the training data only. On a grid, a random split mostly tests interpolation.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search grids from the notebook. Scoring is recall for the unstable class, so watch precision: recall-focused tuning can produce false alarms.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03: from scores to an engineering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mean CV recall: logistic regression 1.000, decision tree 0.987, random forest 0.959. All chose balanced class weights. CV selects settings; it is not the final score.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Held-out test results, evaluated once. Logistic regression: recall 1.000, precision 0.594. Tree: recall 1.000, precision 0.543. Forest: recall 0.895, precision 0.680, highest accuracy 0.919. With 19 unstable test slopes, one case moves recall by about 0.05.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safety-relevant metrics side by side. No model wins everywhere: logistic regression and the tree catch every unstable slope; the forest has better precision and F1 but misses two.</a:t>
            </a:r>
          </a:p>
          <a:p/>
          <a:p>
            <a:r>
              <a:t>[Clicks on this slide: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Confusion matrices on the test set. Logistic regression: 13 false alarms, 0 missed. Tree: 16 false alarms, 0 missed. Forest: 8 false alarms, 2 missed unstable slopes.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Threshold trade-off on out-of-fold training probabilities, never the test set. At 0.3: recall 1.00, precision 0.43. At 0.5: 1.00 and 0.65. At 0.7: 0.93 and 0.97. At 0.9: 0.30 and 1.00. The notebook's draft note: the default 0.5 is a software convention, not an engineering law.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model? It depends on the error we most want to avoid. Our stated priority is not missing unstable slopes, so logistic regression is the provisional screening candidate: it caught all 19, at the cost of 13 false alarms. Random forest is the alternative if false alarms are costly. Not a universal winner: one split, a structured grid.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results do and do not show. They show how classifiers reproduce numerical-analysis labels. They do not validate field failures or performance in unseen parameter regions. Suggest a region holdout, e.g. all phi = 45 degree cases.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exercises from the notebook. Allow about 10 minutes; take answers to 4 and 5 aloud.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framework to carry into every classification problem. High test accuracy is not proof of generalisation or engineering safety.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Extension: multiclass with the Steel Plates Faults data from Session 02, seven fault types, the rarest under 3%. Per-class metrics, macro and weighted averages. This is the Appendix B notebook and the homework.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on the steel plates. Deliverables: notebook, confusion-matrix plot, comparison table, short interpretation.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optional notebooks: Appendix A on how trees and forests learn; Appendix B on multiclass classification. The reference slides for Appendix A follow the closing slides.</a:t>
            </a:r>
          </a:p>
          <a:p/>
          <a:p>
            <a:r>
              <a:t>[Clicks on this slide: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Session 06: artificial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A1. Entropy and Gini both measure node impurity: zero for a pure node, largest at 50:50. For our data (15.1% unstable) entropy is about 0.61 bits and Gini about 0.26. Compare reductions, not raw values.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A2. Information gain: parent impurity minus the size-weighted child impurity. Split B gains 0.0486 bits, split A 0.0144, so B is preferred. Counts are illustrative, from the Appendix A notebook.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A3. scikit-learn's DecisionTreeClassifier uses Gini by default, as in today's notebook. If you teach entropy, say so or set criterion='entropy'.</a:t>
            </a:r>
          </a:p>
          <a:p/>
          <a:p>
            <a:r>
              <a:t>[Clicks on this slide: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A4. Random forest: bootstrap samples plus random feature subsets give different trees; their votes are aggregated. The example draw shows rows 1 and 5 used several times and rows 0, 3, 4 left out (out-of-bag).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A5. The main settings and what they change. Random forest is not automatically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A6. Documentation links and the dataset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pn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" descr="slide-0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0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04950"/>
            <a:ext cx="6172200" cy="4260850"/>
          </a:xfrm>
          <a:prstGeom prst="rect">
            <a:avLst/>
          </a:prstGeom>
        </p:spPr>
      </p:pic>
      <p:pic>
        <p:nvPicPr>
          <p:cNvPr id="4" name="Click 2" descr="slide-0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" descr="slide-04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0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04950"/>
            <a:ext cx="7162800" cy="1917700"/>
          </a:xfrm>
          <a:prstGeom prst="rect">
            <a:avLst/>
          </a:prstGeom>
        </p:spPr>
      </p:pic>
      <p:pic>
        <p:nvPicPr>
          <p:cNvPr id="4" name="Click 2" descr="slide-0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073400"/>
            <a:ext cx="7162800" cy="1911350"/>
          </a:xfrm>
          <a:prstGeom prst="rect">
            <a:avLst/>
          </a:prstGeom>
        </p:spPr>
      </p:pic>
      <p:pic>
        <p:nvPicPr>
          <p:cNvPr id="5" name="Click 3" descr="slide-0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641850"/>
            <a:ext cx="7162800" cy="1911350"/>
          </a:xfrm>
          <a:prstGeom prst="rect">
            <a:avLst/>
          </a:prstGeom>
        </p:spPr>
      </p:pic>
      <p:pic>
        <p:nvPicPr>
          <p:cNvPr id="6" name="Click 4" descr="slide-04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5400" y="1504950"/>
            <a:ext cx="4013200" cy="5048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6" descr="slide-0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0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1504950"/>
            <a:ext cx="5702300" cy="4260850"/>
          </a:xfrm>
          <a:prstGeom prst="rect">
            <a:avLst/>
          </a:prstGeom>
        </p:spPr>
      </p:pic>
      <p:pic>
        <p:nvPicPr>
          <p:cNvPr id="4" name="Click 2" descr="slide-0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7" descr="slide-07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0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04950"/>
            <a:ext cx="7531100" cy="2692400"/>
          </a:xfrm>
          <a:prstGeom prst="rect">
            <a:avLst/>
          </a:prstGeom>
        </p:spPr>
      </p:pic>
      <p:pic>
        <p:nvPicPr>
          <p:cNvPr id="4" name="Click 2" descr="slide-0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04950"/>
            <a:ext cx="11125200" cy="5048250"/>
          </a:xfrm>
          <a:prstGeom prst="rect">
            <a:avLst/>
          </a:prstGeom>
        </p:spPr>
      </p:pic>
      <p:pic>
        <p:nvPicPr>
          <p:cNvPr id="5" name="Click 3" descr="slide-07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860800"/>
            <a:ext cx="7531100" cy="2692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8" descr="slide-08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0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1504950"/>
            <a:ext cx="10979150" cy="4286250"/>
          </a:xfrm>
          <a:prstGeom prst="rect">
            <a:avLst/>
          </a:prstGeom>
        </p:spPr>
      </p:pic>
      <p:pic>
        <p:nvPicPr>
          <p:cNvPr id="4" name="Click 2" descr="slide-08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949450"/>
            <a:ext cx="10979150" cy="3841750"/>
          </a:xfrm>
          <a:prstGeom prst="rect">
            <a:avLst/>
          </a:prstGeom>
        </p:spPr>
      </p:pic>
      <p:pic>
        <p:nvPicPr>
          <p:cNvPr id="5" name="Click 3" descr="slide-08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3657600"/>
            <a:ext cx="5156200" cy="12636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9" descr="slide-09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0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0" y="1504950"/>
            <a:ext cx="3022600" cy="4260850"/>
          </a:xfrm>
          <a:prstGeom prst="rect">
            <a:avLst/>
          </a:prstGeom>
        </p:spPr>
      </p:pic>
      <p:pic>
        <p:nvPicPr>
          <p:cNvPr id="4" name="Click 2" descr="slide-09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250" y="1504950"/>
            <a:ext cx="3022600" cy="4260850"/>
          </a:xfrm>
          <a:prstGeom prst="rect">
            <a:avLst/>
          </a:prstGeom>
        </p:spPr>
      </p:pic>
      <p:pic>
        <p:nvPicPr>
          <p:cNvPr id="5" name="Click 3" descr="slide-09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0" y="1504950"/>
            <a:ext cx="3022600" cy="4260850"/>
          </a:xfrm>
          <a:prstGeom prst="rect">
            <a:avLst/>
          </a:prstGeom>
        </p:spPr>
      </p:pic>
      <p:pic>
        <p:nvPicPr>
          <p:cNvPr id="6" name="Click 4" descr="slide-09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0" descr="slide-1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794000"/>
            <a:ext cx="11125200" cy="2101850"/>
          </a:xfrm>
          <a:prstGeom prst="rect">
            <a:avLst/>
          </a:prstGeom>
        </p:spPr>
      </p:pic>
      <p:pic>
        <p:nvPicPr>
          <p:cNvPr id="4" name="Click 2" descr="slide-1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610100"/>
            <a:ext cx="11125200" cy="10731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1" descr="slide-11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1949450"/>
            <a:ext cx="10979150" cy="3600450"/>
          </a:xfrm>
          <a:prstGeom prst="rect">
            <a:avLst/>
          </a:prstGeom>
        </p:spPr>
      </p:pic>
      <p:pic>
        <p:nvPicPr>
          <p:cNvPr id="4" name="Click 2" descr="slide-1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1949450"/>
            <a:ext cx="10979150" cy="3600450"/>
          </a:xfrm>
          <a:prstGeom prst="rect">
            <a:avLst/>
          </a:prstGeom>
        </p:spPr>
      </p:pic>
      <p:pic>
        <p:nvPicPr>
          <p:cNvPr id="5" name="Click 3" descr="slide-1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1949450"/>
            <a:ext cx="10979150" cy="3600450"/>
          </a:xfrm>
          <a:prstGeom prst="rect">
            <a:avLst/>
          </a:prstGeom>
        </p:spPr>
      </p:pic>
      <p:pic>
        <p:nvPicPr>
          <p:cNvPr id="6" name="Click 4" descr="slide-11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00" y="4127500"/>
            <a:ext cx="5156200" cy="1250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2" descr="slide-1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1504950"/>
            <a:ext cx="3911600" cy="4197350"/>
          </a:xfrm>
          <a:prstGeom prst="rect">
            <a:avLst/>
          </a:prstGeom>
        </p:spPr>
      </p:pic>
      <p:pic>
        <p:nvPicPr>
          <p:cNvPr id="4" name="Click 2" descr="slide-1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0" y="1504950"/>
            <a:ext cx="3911600" cy="4197350"/>
          </a:xfrm>
          <a:prstGeom prst="rect">
            <a:avLst/>
          </a:prstGeom>
        </p:spPr>
      </p:pic>
      <p:pic>
        <p:nvPicPr>
          <p:cNvPr id="5" name="Click 3" descr="slide-12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22900"/>
            <a:ext cx="11125200" cy="11303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3" descr="slide-13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35350"/>
            <a:ext cx="5715000" cy="2330450"/>
          </a:xfrm>
          <a:prstGeom prst="rect">
            <a:avLst/>
          </a:prstGeom>
        </p:spPr>
      </p:pic>
      <p:pic>
        <p:nvPicPr>
          <p:cNvPr id="4" name="Click 2" descr="slide-13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435350"/>
            <a:ext cx="5715000" cy="2330450"/>
          </a:xfrm>
          <a:prstGeom prst="rect">
            <a:avLst/>
          </a:prstGeom>
        </p:spPr>
      </p:pic>
      <p:pic>
        <p:nvPicPr>
          <p:cNvPr id="5" name="Click 3" descr="slide-13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4" descr="slide-14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1504950"/>
            <a:ext cx="3657600" cy="2559050"/>
          </a:xfrm>
          <a:prstGeom prst="rect">
            <a:avLst/>
          </a:prstGeom>
        </p:spPr>
      </p:pic>
      <p:pic>
        <p:nvPicPr>
          <p:cNvPr id="4" name="Click 2" descr="slide-1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200" y="1504950"/>
            <a:ext cx="3105150" cy="2559050"/>
          </a:xfrm>
          <a:prstGeom prst="rect">
            <a:avLst/>
          </a:prstGeom>
        </p:spPr>
      </p:pic>
      <p:pic>
        <p:nvPicPr>
          <p:cNvPr id="5" name="Click 3" descr="slide-1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800" y="1504950"/>
            <a:ext cx="3098800" cy="2559050"/>
          </a:xfrm>
          <a:prstGeom prst="rect">
            <a:avLst/>
          </a:prstGeom>
        </p:spPr>
      </p:pic>
      <p:pic>
        <p:nvPicPr>
          <p:cNvPr id="6" name="Click 4" descr="slide-14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524500"/>
            <a:ext cx="11125200" cy="10287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5" descr="slide-15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68500"/>
            <a:ext cx="11125200" cy="1860550"/>
          </a:xfrm>
          <a:prstGeom prst="rect">
            <a:avLst/>
          </a:prstGeom>
        </p:spPr>
      </p:pic>
      <p:pic>
        <p:nvPicPr>
          <p:cNvPr id="4" name="Click 2" descr="slide-15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365500"/>
            <a:ext cx="11125200" cy="1860550"/>
          </a:xfrm>
          <a:prstGeom prst="rect">
            <a:avLst/>
          </a:prstGeom>
        </p:spPr>
      </p:pic>
      <p:pic>
        <p:nvPicPr>
          <p:cNvPr id="5" name="Click 3" descr="slide-15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6" descr="slide-1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689100"/>
            <a:ext cx="3200400" cy="2635250"/>
          </a:xfrm>
          <a:prstGeom prst="rect">
            <a:avLst/>
          </a:prstGeom>
        </p:spPr>
      </p:pic>
      <p:pic>
        <p:nvPicPr>
          <p:cNvPr id="4" name="Click 2" descr="slide-1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689100"/>
            <a:ext cx="3200400" cy="2635250"/>
          </a:xfrm>
          <a:prstGeom prst="rect">
            <a:avLst/>
          </a:prstGeom>
        </p:spPr>
      </p:pic>
      <p:pic>
        <p:nvPicPr>
          <p:cNvPr id="5" name="Click 3" descr="slide-16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3924300"/>
            <a:ext cx="3200400" cy="2628900"/>
          </a:xfrm>
          <a:prstGeom prst="rect">
            <a:avLst/>
          </a:prstGeom>
        </p:spPr>
      </p:pic>
      <p:pic>
        <p:nvPicPr>
          <p:cNvPr id="6" name="Click 4" descr="slide-16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3924300"/>
            <a:ext cx="3200400" cy="2628900"/>
          </a:xfrm>
          <a:prstGeom prst="rect">
            <a:avLst/>
          </a:prstGeom>
        </p:spPr>
      </p:pic>
      <p:pic>
        <p:nvPicPr>
          <p:cNvPr id="7" name="Click 5" descr="slide-16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2578100"/>
            <a:ext cx="5105400" cy="14287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7" descr="slide-17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04950"/>
            <a:ext cx="5721350" cy="2292350"/>
          </a:xfrm>
          <a:prstGeom prst="rect">
            <a:avLst/>
          </a:prstGeom>
        </p:spPr>
      </p:pic>
      <p:pic>
        <p:nvPicPr>
          <p:cNvPr id="4" name="Click 2" descr="slide-1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250" y="1504950"/>
            <a:ext cx="5721350" cy="2292350"/>
          </a:xfrm>
          <a:prstGeom prst="rect">
            <a:avLst/>
          </a:prstGeom>
        </p:spPr>
      </p:pic>
      <p:pic>
        <p:nvPicPr>
          <p:cNvPr id="5" name="Click 3" descr="slide-17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473450"/>
            <a:ext cx="5721350" cy="2292350"/>
          </a:xfrm>
          <a:prstGeom prst="rect">
            <a:avLst/>
          </a:prstGeom>
        </p:spPr>
      </p:pic>
      <p:pic>
        <p:nvPicPr>
          <p:cNvPr id="6" name="Click 4" descr="slide-17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250" y="3473450"/>
            <a:ext cx="5721350" cy="2292350"/>
          </a:xfrm>
          <a:prstGeom prst="rect">
            <a:avLst/>
          </a:prstGeom>
        </p:spPr>
      </p:pic>
      <p:pic>
        <p:nvPicPr>
          <p:cNvPr id="7" name="Click 5" descr="slide-17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8" descr="slide-18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1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1504950"/>
            <a:ext cx="6959600" cy="1739900"/>
          </a:xfrm>
          <a:prstGeom prst="rect">
            <a:avLst/>
          </a:prstGeom>
        </p:spPr>
      </p:pic>
      <p:pic>
        <p:nvPicPr>
          <p:cNvPr id="4" name="Click 2" descr="slide-18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009900"/>
            <a:ext cx="6959600" cy="1784350"/>
          </a:xfrm>
          <a:prstGeom prst="rect">
            <a:avLst/>
          </a:prstGeom>
        </p:spPr>
      </p:pic>
      <p:pic>
        <p:nvPicPr>
          <p:cNvPr id="5" name="Click 3" descr="slide-18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9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0" descr="slide-2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2216150"/>
            <a:ext cx="5384800" cy="1136650"/>
          </a:xfrm>
          <a:prstGeom prst="rect">
            <a:avLst/>
          </a:prstGeom>
        </p:spPr>
      </p:pic>
      <p:pic>
        <p:nvPicPr>
          <p:cNvPr id="4" name="Click 2" descr="slide-2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00" y="3003550"/>
            <a:ext cx="5384800" cy="1574800"/>
          </a:xfrm>
          <a:prstGeom prst="rect">
            <a:avLst/>
          </a:prstGeom>
        </p:spPr>
      </p:pic>
      <p:pic>
        <p:nvPicPr>
          <p:cNvPr id="5" name="Click 3" descr="slide-20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4229100"/>
            <a:ext cx="5384800" cy="12255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1" descr="slide-21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38450"/>
            <a:ext cx="6121400" cy="3714750"/>
          </a:xfrm>
          <a:prstGeom prst="rect">
            <a:avLst/>
          </a:prstGeom>
        </p:spPr>
      </p:pic>
      <p:pic>
        <p:nvPicPr>
          <p:cNvPr id="4" name="Click 2" descr="slide-2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0" y="2838450"/>
            <a:ext cx="5283200" cy="37147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2" descr="slide-2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00" y="1765300"/>
            <a:ext cx="4521200" cy="952500"/>
          </a:xfrm>
          <a:prstGeom prst="rect">
            <a:avLst/>
          </a:prstGeom>
        </p:spPr>
      </p:pic>
      <p:pic>
        <p:nvPicPr>
          <p:cNvPr id="4" name="Click 2" descr="slide-2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400" y="2330450"/>
            <a:ext cx="4521200" cy="952500"/>
          </a:xfrm>
          <a:prstGeom prst="rect">
            <a:avLst/>
          </a:prstGeom>
        </p:spPr>
      </p:pic>
      <p:pic>
        <p:nvPicPr>
          <p:cNvPr id="5" name="Click 3" descr="slide-22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400" y="2984500"/>
            <a:ext cx="4521200" cy="2108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3" descr="slide-23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95650"/>
            <a:ext cx="5702300" cy="1073150"/>
          </a:xfrm>
          <a:prstGeom prst="rect">
            <a:avLst/>
          </a:prstGeom>
        </p:spPr>
      </p:pic>
      <p:pic>
        <p:nvPicPr>
          <p:cNvPr id="4" name="Click 2" descr="slide-23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184650"/>
            <a:ext cx="5702300" cy="1301750"/>
          </a:xfrm>
          <a:prstGeom prst="rect">
            <a:avLst/>
          </a:prstGeom>
        </p:spPr>
      </p:pic>
      <p:pic>
        <p:nvPicPr>
          <p:cNvPr id="5" name="Click 3" descr="slide-23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300" y="1504950"/>
            <a:ext cx="5702300" cy="5048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4" descr="slide-24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1504950"/>
            <a:ext cx="5702300" cy="2679700"/>
          </a:xfrm>
          <a:prstGeom prst="rect">
            <a:avLst/>
          </a:prstGeom>
        </p:spPr>
      </p:pic>
      <p:pic>
        <p:nvPicPr>
          <p:cNvPr id="4" name="Click 2" descr="slide-2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98900"/>
            <a:ext cx="11125200" cy="12890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5" descr="slide-25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04950"/>
            <a:ext cx="3657600" cy="1568450"/>
          </a:xfrm>
          <a:prstGeom prst="rect">
            <a:avLst/>
          </a:prstGeom>
        </p:spPr>
      </p:pic>
      <p:pic>
        <p:nvPicPr>
          <p:cNvPr id="4" name="Click 2" descr="slide-25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724150"/>
            <a:ext cx="3657600" cy="1371600"/>
          </a:xfrm>
          <a:prstGeom prst="rect">
            <a:avLst/>
          </a:prstGeom>
        </p:spPr>
      </p:pic>
      <p:pic>
        <p:nvPicPr>
          <p:cNvPr id="5" name="Click 3" descr="slide-25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746500"/>
            <a:ext cx="3657600" cy="1250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6" descr="slide-2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1828800"/>
            <a:ext cx="3924300" cy="4006850"/>
          </a:xfrm>
          <a:prstGeom prst="rect">
            <a:avLst/>
          </a:prstGeom>
        </p:spPr>
      </p:pic>
      <p:pic>
        <p:nvPicPr>
          <p:cNvPr id="4" name="Click 2" descr="slide-2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300" y="1828800"/>
            <a:ext cx="3924300" cy="4006850"/>
          </a:xfrm>
          <a:prstGeom prst="rect">
            <a:avLst/>
          </a:prstGeom>
        </p:spPr>
      </p:pic>
      <p:pic>
        <p:nvPicPr>
          <p:cNvPr id="5" name="Click 3" descr="slide-26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7" descr="slide-27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17650"/>
            <a:ext cx="6045200" cy="1797050"/>
          </a:xfrm>
          <a:prstGeom prst="rect">
            <a:avLst/>
          </a:prstGeom>
        </p:spPr>
      </p:pic>
      <p:pic>
        <p:nvPicPr>
          <p:cNvPr id="4" name="Click 2" descr="slide-2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851150"/>
            <a:ext cx="6045200" cy="2463800"/>
          </a:xfrm>
          <a:prstGeom prst="rect">
            <a:avLst/>
          </a:prstGeom>
        </p:spPr>
      </p:pic>
      <p:pic>
        <p:nvPicPr>
          <p:cNvPr id="5" name="Click 3" descr="slide-27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00" y="1504950"/>
            <a:ext cx="5283200" cy="5048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8" descr="slide-28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950" y="1504950"/>
            <a:ext cx="9899650" cy="1320800"/>
          </a:xfrm>
          <a:prstGeom prst="rect">
            <a:avLst/>
          </a:prstGeom>
        </p:spPr>
      </p:pic>
      <p:pic>
        <p:nvPicPr>
          <p:cNvPr id="4" name="Click 2" descr="slide-28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40000"/>
            <a:ext cx="5232400" cy="4013200"/>
          </a:xfrm>
          <a:prstGeom prst="rect">
            <a:avLst/>
          </a:prstGeom>
        </p:spPr>
      </p:pic>
      <p:pic>
        <p:nvPicPr>
          <p:cNvPr id="5" name="Click 3" descr="slide-28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540000"/>
            <a:ext cx="6172200" cy="4013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9" descr="slide-29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2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708150"/>
            <a:ext cx="11125200" cy="1079500"/>
          </a:xfrm>
          <a:prstGeom prst="rect">
            <a:avLst/>
          </a:prstGeom>
        </p:spPr>
      </p:pic>
      <p:pic>
        <p:nvPicPr>
          <p:cNvPr id="4" name="Click 2" descr="slide-29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324100"/>
            <a:ext cx="11125200" cy="1079500"/>
          </a:xfrm>
          <a:prstGeom prst="rect">
            <a:avLst/>
          </a:prstGeom>
        </p:spPr>
      </p:pic>
      <p:pic>
        <p:nvPicPr>
          <p:cNvPr id="5" name="Click 3" descr="slide-29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940050"/>
            <a:ext cx="11125200" cy="1079500"/>
          </a:xfrm>
          <a:prstGeom prst="rect">
            <a:avLst/>
          </a:prstGeom>
        </p:spPr>
      </p:pic>
      <p:pic>
        <p:nvPicPr>
          <p:cNvPr id="6" name="Click 4" descr="slide-29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0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1" descr="slide-31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0" y="1504950"/>
            <a:ext cx="3028950" cy="4260850"/>
          </a:xfrm>
          <a:prstGeom prst="rect">
            <a:avLst/>
          </a:prstGeom>
        </p:spPr>
      </p:pic>
      <p:pic>
        <p:nvPicPr>
          <p:cNvPr id="4" name="Click 2" descr="slide-3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900" y="1504950"/>
            <a:ext cx="3028950" cy="4260850"/>
          </a:xfrm>
          <a:prstGeom prst="rect">
            <a:avLst/>
          </a:prstGeom>
        </p:spPr>
      </p:pic>
      <p:pic>
        <p:nvPicPr>
          <p:cNvPr id="5" name="Click 3" descr="slide-3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1504950"/>
            <a:ext cx="3028950" cy="4260850"/>
          </a:xfrm>
          <a:prstGeom prst="rect">
            <a:avLst/>
          </a:prstGeom>
        </p:spPr>
      </p:pic>
      <p:pic>
        <p:nvPicPr>
          <p:cNvPr id="6" name="Click 4" descr="slide-31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2" descr="slide-3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55850"/>
            <a:ext cx="11125200" cy="971550"/>
          </a:xfrm>
          <a:prstGeom prst="rect">
            <a:avLst/>
          </a:prstGeom>
        </p:spPr>
      </p:pic>
      <p:pic>
        <p:nvPicPr>
          <p:cNvPr id="4" name="Click 2" descr="slide-3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863850"/>
            <a:ext cx="11125200" cy="971550"/>
          </a:xfrm>
          <a:prstGeom prst="rect">
            <a:avLst/>
          </a:prstGeom>
        </p:spPr>
      </p:pic>
      <p:pic>
        <p:nvPicPr>
          <p:cNvPr id="5" name="Click 3" descr="slide-32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371850"/>
            <a:ext cx="11125200" cy="971550"/>
          </a:xfrm>
          <a:prstGeom prst="rect">
            <a:avLst/>
          </a:prstGeom>
        </p:spPr>
      </p:pic>
      <p:pic>
        <p:nvPicPr>
          <p:cNvPr id="6" name="Click 4" descr="slide-32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3" descr="slide-33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4" descr="slide-34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04950"/>
            <a:ext cx="3905250" cy="4260850"/>
          </a:xfrm>
          <a:prstGeom prst="rect">
            <a:avLst/>
          </a:prstGeom>
        </p:spPr>
      </p:pic>
      <p:pic>
        <p:nvPicPr>
          <p:cNvPr id="4" name="Click 2" descr="slide-3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1504950"/>
            <a:ext cx="3911600" cy="4260850"/>
          </a:xfrm>
          <a:prstGeom prst="rect">
            <a:avLst/>
          </a:prstGeom>
        </p:spPr>
      </p:pic>
      <p:pic>
        <p:nvPicPr>
          <p:cNvPr id="5" name="Click 3" descr="slide-34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350" y="1504950"/>
            <a:ext cx="3905250" cy="4260850"/>
          </a:xfrm>
          <a:prstGeom prst="rect">
            <a:avLst/>
          </a:prstGeom>
        </p:spPr>
      </p:pic>
      <p:pic>
        <p:nvPicPr>
          <p:cNvPr id="6" name="Click 4" descr="slide-34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5" descr="slide-35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22700"/>
            <a:ext cx="11125200" cy="1943100"/>
          </a:xfrm>
          <a:prstGeom prst="rect">
            <a:avLst/>
          </a:prstGeom>
        </p:spPr>
      </p:pic>
      <p:pic>
        <p:nvPicPr>
          <p:cNvPr id="4" name="Click 2" descr="slide-35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6" descr="slide-3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04950"/>
            <a:ext cx="5702300" cy="4102100"/>
          </a:xfrm>
          <a:prstGeom prst="rect">
            <a:avLst/>
          </a:prstGeom>
        </p:spPr>
      </p:pic>
      <p:pic>
        <p:nvPicPr>
          <p:cNvPr id="4" name="Click 2" descr="slide-3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300" y="1504950"/>
            <a:ext cx="5702300" cy="4102100"/>
          </a:xfrm>
          <a:prstGeom prst="rect">
            <a:avLst/>
          </a:prstGeom>
        </p:spPr>
      </p:pic>
      <p:pic>
        <p:nvPicPr>
          <p:cNvPr id="5" name="Click 3" descr="slide-36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321300"/>
            <a:ext cx="11125200" cy="12319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7" descr="slide-37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1504950"/>
            <a:ext cx="5702300" cy="4260850"/>
          </a:xfrm>
          <a:prstGeom prst="rect">
            <a:avLst/>
          </a:prstGeom>
        </p:spPr>
      </p:pic>
      <p:pic>
        <p:nvPicPr>
          <p:cNvPr id="4" name="Click 2" descr="slide-3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8" descr="slide-38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04950"/>
            <a:ext cx="7531100" cy="2692400"/>
          </a:xfrm>
          <a:prstGeom prst="rect">
            <a:avLst/>
          </a:prstGeom>
        </p:spPr>
      </p:pic>
      <p:pic>
        <p:nvPicPr>
          <p:cNvPr id="4" name="Click 2" descr="slide-38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04950"/>
            <a:ext cx="11125200" cy="5048250"/>
          </a:xfrm>
          <a:prstGeom prst="rect">
            <a:avLst/>
          </a:prstGeom>
        </p:spPr>
      </p:pic>
      <p:pic>
        <p:nvPicPr>
          <p:cNvPr id="5" name="Click 3" descr="slide-38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860800"/>
            <a:ext cx="7531100" cy="2692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9" descr="slide-39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3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04950"/>
            <a:ext cx="11125200" cy="2209800"/>
          </a:xfrm>
          <a:prstGeom prst="rect">
            <a:avLst/>
          </a:prstGeom>
        </p:spPr>
      </p:pic>
      <p:pic>
        <p:nvPicPr>
          <p:cNvPr id="4" name="Click 2" descr="slide-39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378200"/>
            <a:ext cx="11125200" cy="2209800"/>
          </a:xfrm>
          <a:prstGeom prst="rect">
            <a:avLst/>
          </a:prstGeom>
        </p:spPr>
      </p:pic>
      <p:pic>
        <p:nvPicPr>
          <p:cNvPr id="5" name="Click 3" descr="slide-39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302250"/>
            <a:ext cx="11125200" cy="12509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0" descr="slide-40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4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1504950"/>
            <a:ext cx="4775200" cy="1028700"/>
          </a:xfrm>
          <a:prstGeom prst="rect">
            <a:avLst/>
          </a:prstGeom>
        </p:spPr>
      </p:pic>
      <p:pic>
        <p:nvPicPr>
          <p:cNvPr id="4" name="Click 2" descr="slide-40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400" y="2171700"/>
            <a:ext cx="4775200" cy="1993900"/>
          </a:xfrm>
          <a:prstGeom prst="rect">
            <a:avLst/>
          </a:prstGeom>
        </p:spPr>
      </p:pic>
      <p:pic>
        <p:nvPicPr>
          <p:cNvPr id="5" name="Click 3" descr="slide-40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400" y="3803650"/>
            <a:ext cx="4775200" cy="12255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1" descr="slide-41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4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17650"/>
            <a:ext cx="7289800" cy="1663700"/>
          </a:xfrm>
          <a:prstGeom prst="rect">
            <a:avLst/>
          </a:prstGeom>
        </p:spPr>
      </p:pic>
      <p:pic>
        <p:nvPicPr>
          <p:cNvPr id="4" name="Click 2" descr="slide-41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717800"/>
            <a:ext cx="7289800" cy="1663700"/>
          </a:xfrm>
          <a:prstGeom prst="rect">
            <a:avLst/>
          </a:prstGeom>
        </p:spPr>
      </p:pic>
      <p:pic>
        <p:nvPicPr>
          <p:cNvPr id="5" name="Click 3" descr="slide-41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00" y="1504950"/>
            <a:ext cx="4013200" cy="50482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2" descr="slide-42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4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1504950"/>
            <a:ext cx="5702300" cy="42608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3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4" descr="slid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5" descr="slide-45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4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3111500"/>
            <a:ext cx="5664200" cy="1314450"/>
          </a:xfrm>
          <a:prstGeom prst="rect">
            <a:avLst/>
          </a:prstGeom>
        </p:spPr>
      </p:pic>
      <p:pic>
        <p:nvPicPr>
          <p:cNvPr id="4" name="Click 2" descr="slide-45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0" y="4064000"/>
            <a:ext cx="5664200" cy="11620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6" descr="slide-4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4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71800"/>
            <a:ext cx="5702300" cy="2794000"/>
          </a:xfrm>
          <a:prstGeom prst="rect">
            <a:avLst/>
          </a:prstGeom>
        </p:spPr>
      </p:pic>
      <p:pic>
        <p:nvPicPr>
          <p:cNvPr id="4" name="Click 2" descr="slide-46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300" y="2971800"/>
            <a:ext cx="5702300" cy="2794000"/>
          </a:xfrm>
          <a:prstGeom prst="rect">
            <a:avLst/>
          </a:prstGeom>
        </p:spPr>
      </p:pic>
      <p:pic>
        <p:nvPicPr>
          <p:cNvPr id="5" name="Click 3" descr="slide-46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86400"/>
            <a:ext cx="11125200" cy="1066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7" descr="slide-47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4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530850"/>
            <a:ext cx="11125200" cy="10223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8" descr="slide-48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 1" descr="slide-4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1504950"/>
            <a:ext cx="5664200" cy="4197350"/>
          </a:xfrm>
          <a:prstGeom prst="rect">
            <a:avLst/>
          </a:prstGeom>
        </p:spPr>
      </p:pic>
      <p:pic>
        <p:nvPicPr>
          <p:cNvPr id="4" name="Click 2" descr="slide-48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422900"/>
            <a:ext cx="11125200" cy="11303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9" descr="slide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0" descr="slide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